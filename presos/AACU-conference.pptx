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4"/>
    <p:sldMasterId id="2147483695" r:id="rId5"/>
  </p:sldMasterIdLst>
  <p:notesMasterIdLst>
    <p:notesMasterId r:id="rId16"/>
  </p:notesMasterIdLst>
  <p:sldIdLst>
    <p:sldId id="309" r:id="rId6"/>
    <p:sldId id="312" r:id="rId7"/>
    <p:sldId id="320" r:id="rId8"/>
    <p:sldId id="321" r:id="rId9"/>
    <p:sldId id="319" r:id="rId10"/>
    <p:sldId id="322" r:id="rId11"/>
    <p:sldId id="323" r:id="rId12"/>
    <p:sldId id="324" r:id="rId13"/>
    <p:sldId id="325" r:id="rId14"/>
    <p:sldId id="3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4EF"/>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99" autoAdjust="0"/>
    <p:restoredTop sz="89972" autoAdjust="0"/>
  </p:normalViewPr>
  <p:slideViewPr>
    <p:cSldViewPr snapToGrid="0">
      <p:cViewPr varScale="1">
        <p:scale>
          <a:sx n="108" d="100"/>
          <a:sy n="108" d="100"/>
        </p:scale>
        <p:origin x="296" y="192"/>
      </p:cViewPr>
      <p:guideLst/>
    </p:cSldViewPr>
  </p:slideViewPr>
  <p:outlineViewPr>
    <p:cViewPr>
      <p:scale>
        <a:sx n="33" d="100"/>
        <a:sy n="33" d="100"/>
      </p:scale>
      <p:origin x="0" y="-317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leo" pitchFamily="2" charset="77"/>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leo" pitchFamily="2" charset="77"/>
              </a:defRPr>
            </a:lvl1pPr>
          </a:lstStyle>
          <a:p>
            <a:fld id="{83C37D35-192C-5C4B-B3D0-255E7B739129}" type="datetimeFigureOut">
              <a:rPr lang="en-US" smtClean="0"/>
              <a:pPr/>
              <a:t>10/28/26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leo" pitchFamily="2" charset="77"/>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leo" pitchFamily="2" charset="77"/>
              </a:defRPr>
            </a:lvl1pPr>
          </a:lstStyle>
          <a:p>
            <a:fld id="{B3FC9B9D-61A4-914A-8BA7-83B97074D6FC}" type="slidenum">
              <a:rPr lang="en-US" smtClean="0"/>
              <a:pPr/>
              <a:t>‹#›</a:t>
            </a:fld>
            <a:endParaRPr lang="en-US" dirty="0"/>
          </a:p>
        </p:txBody>
      </p:sp>
    </p:spTree>
    <p:extLst>
      <p:ext uri="{BB962C8B-B14F-4D97-AF65-F5344CB8AC3E}">
        <p14:creationId xmlns:p14="http://schemas.microsoft.com/office/powerpoint/2010/main" val="1637873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leo" pitchFamily="2" charset="77"/>
        <a:ea typeface="+mn-ea"/>
        <a:cs typeface="+mn-cs"/>
      </a:defRPr>
    </a:lvl1pPr>
    <a:lvl2pPr marL="457200" algn="l" defTabSz="914400" rtl="0" eaLnBrk="1" latinLnBrk="0" hangingPunct="1">
      <a:defRPr sz="1200" b="0" i="0" kern="1200">
        <a:solidFill>
          <a:schemeClr val="tx1"/>
        </a:solidFill>
        <a:latin typeface="Aleo" pitchFamily="2" charset="77"/>
        <a:ea typeface="+mn-ea"/>
        <a:cs typeface="+mn-cs"/>
      </a:defRPr>
    </a:lvl2pPr>
    <a:lvl3pPr marL="914400" algn="l" defTabSz="914400" rtl="0" eaLnBrk="1" latinLnBrk="0" hangingPunct="1">
      <a:defRPr sz="1200" b="0" i="0" kern="1200">
        <a:solidFill>
          <a:schemeClr val="tx1"/>
        </a:solidFill>
        <a:latin typeface="Aleo" pitchFamily="2" charset="77"/>
        <a:ea typeface="+mn-ea"/>
        <a:cs typeface="+mn-cs"/>
      </a:defRPr>
    </a:lvl3pPr>
    <a:lvl4pPr marL="1371600" algn="l" defTabSz="914400" rtl="0" eaLnBrk="1" latinLnBrk="0" hangingPunct="1">
      <a:defRPr sz="1200" b="0" i="0" kern="1200">
        <a:solidFill>
          <a:schemeClr val="tx1"/>
        </a:solidFill>
        <a:latin typeface="Aleo" pitchFamily="2" charset="77"/>
        <a:ea typeface="+mn-ea"/>
        <a:cs typeface="+mn-cs"/>
      </a:defRPr>
    </a:lvl4pPr>
    <a:lvl5pPr marL="1828800" algn="l" defTabSz="914400" rtl="0" eaLnBrk="1" latinLnBrk="0" hangingPunct="1">
      <a:defRPr sz="1200" b="0" i="0" kern="1200">
        <a:solidFill>
          <a:schemeClr val="tx1"/>
        </a:solidFill>
        <a:latin typeface="Aleo"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FC9B9D-61A4-914A-8BA7-83B97074D6FC}" type="slidenum">
              <a:rPr lang="en-US" smtClean="0"/>
              <a:pPr/>
              <a:t>2</a:t>
            </a:fld>
            <a:endParaRPr lang="en-US" dirty="0"/>
          </a:p>
        </p:txBody>
      </p:sp>
    </p:spTree>
    <p:extLst>
      <p:ext uri="{BB962C8B-B14F-4D97-AF65-F5344CB8AC3E}">
        <p14:creationId xmlns:p14="http://schemas.microsoft.com/office/powerpoint/2010/main" val="218668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FC9B9D-61A4-914A-8BA7-83B97074D6FC}" type="slidenum">
              <a:rPr lang="en-US" smtClean="0"/>
              <a:pPr/>
              <a:t>5</a:t>
            </a:fld>
            <a:endParaRPr lang="en-US" dirty="0"/>
          </a:p>
        </p:txBody>
      </p:sp>
    </p:spTree>
    <p:extLst>
      <p:ext uri="{BB962C8B-B14F-4D97-AF65-F5344CB8AC3E}">
        <p14:creationId xmlns:p14="http://schemas.microsoft.com/office/powerpoint/2010/main" val="913060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change the color of an image within PowerPoint. Click on your image, then click “Picture Format” and look for the dropdown icon called “Color”. For more information, please go to the Microsoft Support page.</a:t>
            </a:r>
          </a:p>
        </p:txBody>
      </p:sp>
      <p:sp>
        <p:nvSpPr>
          <p:cNvPr id="4" name="Slide Number Placeholder 3"/>
          <p:cNvSpPr>
            <a:spLocks noGrp="1"/>
          </p:cNvSpPr>
          <p:nvPr>
            <p:ph type="sldNum" sz="quarter" idx="5"/>
          </p:nvPr>
        </p:nvSpPr>
        <p:spPr/>
        <p:txBody>
          <a:bodyPr/>
          <a:lstStyle/>
          <a:p>
            <a:fld id="{B3FC9B9D-61A4-914A-8BA7-83B97074D6FC}" type="slidenum">
              <a:rPr lang="en-US" smtClean="0"/>
              <a:t>10</a:t>
            </a:fld>
            <a:endParaRPr lang="en-US"/>
          </a:p>
        </p:txBody>
      </p:sp>
    </p:spTree>
    <p:extLst>
      <p:ext uri="{BB962C8B-B14F-4D97-AF65-F5344CB8AC3E}">
        <p14:creationId xmlns:p14="http://schemas.microsoft.com/office/powerpoint/2010/main" val="1510729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op Bar -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8762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op Bar - Tex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4A1DD2E-4425-0099-9822-5A1739A36FA1}"/>
              </a:ext>
            </a:extLst>
          </p:cNvPr>
          <p:cNvSpPr>
            <a:spLocks noGrp="1"/>
          </p:cNvSpPr>
          <p:nvPr>
            <p:ph type="title"/>
          </p:nvPr>
        </p:nvSpPr>
        <p:spPr>
          <a:xfrm>
            <a:off x="838200" y="801757"/>
            <a:ext cx="10515600" cy="888931"/>
          </a:xfrm>
          <a:prstGeom prst="rect">
            <a:avLst/>
          </a:prstGeom>
        </p:spPr>
        <p:txBody>
          <a:bodyPr vert="horz" lIns="91440" tIns="45720" rIns="91440" bIns="45720" rtlCol="0" anchor="t">
            <a:noAutofit/>
          </a:bodyPr>
          <a:lstStyle>
            <a:lvl1pPr>
              <a:lnSpc>
                <a:spcPct val="100000"/>
              </a:lnSpc>
              <a:defRPr/>
            </a:lvl1pPr>
          </a:lstStyle>
          <a:p>
            <a:r>
              <a:rPr lang="en-US"/>
              <a:t>Click to edit Master title style</a:t>
            </a:r>
            <a:endParaRPr lang="en-US" dirty="0"/>
          </a:p>
        </p:txBody>
      </p:sp>
      <p:sp>
        <p:nvSpPr>
          <p:cNvPr id="6" name="Text Placeholder 2">
            <a:extLst>
              <a:ext uri="{FF2B5EF4-FFF2-40B4-BE49-F238E27FC236}">
                <a16:creationId xmlns:a16="http://schemas.microsoft.com/office/drawing/2014/main" id="{0B6206A7-3E88-EF0A-12D5-D808A06A4DB7}"/>
              </a:ext>
            </a:extLst>
          </p:cNvPr>
          <p:cNvSpPr>
            <a:spLocks noGrp="1"/>
          </p:cNvSpPr>
          <p:nvPr>
            <p:ph idx="1"/>
          </p:nvPr>
        </p:nvSpPr>
        <p:spPr>
          <a:xfrm>
            <a:off x="838200" y="1825625"/>
            <a:ext cx="10515600" cy="4351338"/>
          </a:xfrm>
          <a:prstGeom prst="rect">
            <a:avLst/>
          </a:prstGeom>
        </p:spPr>
        <p:txBody>
          <a:bodyPr vert="horz" lIns="91440" tIns="45720" rIns="91440" bIns="45720" rtlCol="0">
            <a:noAutofit/>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65067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Bar - Text - Quadrants">
    <p:spTree>
      <p:nvGrpSpPr>
        <p:cNvPr id="1" name=""/>
        <p:cNvGrpSpPr/>
        <p:nvPr/>
      </p:nvGrpSpPr>
      <p:grpSpPr>
        <a:xfrm>
          <a:off x="0" y="0"/>
          <a:ext cx="0" cy="0"/>
          <a:chOff x="0" y="0"/>
          <a:chExt cx="0" cy="0"/>
        </a:xfrm>
      </p:grpSpPr>
      <p:sp>
        <p:nvSpPr>
          <p:cNvPr id="2" name="Text Placeholder 16">
            <a:extLst>
              <a:ext uri="{FF2B5EF4-FFF2-40B4-BE49-F238E27FC236}">
                <a16:creationId xmlns:a16="http://schemas.microsoft.com/office/drawing/2014/main" id="{676D7409-BCE8-499F-B32E-EA22F0F97B83}"/>
              </a:ext>
            </a:extLst>
          </p:cNvPr>
          <p:cNvSpPr>
            <a:spLocks noGrp="1"/>
          </p:cNvSpPr>
          <p:nvPr>
            <p:ph type="body" sz="quarter" idx="12"/>
          </p:nvPr>
        </p:nvSpPr>
        <p:spPr>
          <a:xfrm>
            <a:off x="838201" y="1690688"/>
            <a:ext cx="4851400" cy="591878"/>
          </a:xfrm>
          <a:prstGeom prst="rect">
            <a:avLst/>
          </a:prstGeom>
        </p:spPr>
        <p:txBody>
          <a:bodyPr anchor="b">
            <a:noAutofit/>
          </a:bodyPr>
          <a:lstStyle>
            <a:lvl1pPr marL="0" indent="0" algn="ctr">
              <a:lnSpc>
                <a:spcPct val="100000"/>
              </a:lnSpc>
              <a:buNone/>
              <a:defRPr sz="22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Text Placeholder 18">
            <a:extLst>
              <a:ext uri="{FF2B5EF4-FFF2-40B4-BE49-F238E27FC236}">
                <a16:creationId xmlns:a16="http://schemas.microsoft.com/office/drawing/2014/main" id="{A22AF5DC-501A-6E2C-3020-A72B20F47F78}"/>
              </a:ext>
            </a:extLst>
          </p:cNvPr>
          <p:cNvSpPr>
            <a:spLocks noGrp="1"/>
          </p:cNvSpPr>
          <p:nvPr>
            <p:ph type="body" sz="quarter" idx="13" hasCustomPrompt="1"/>
          </p:nvPr>
        </p:nvSpPr>
        <p:spPr>
          <a:xfrm>
            <a:off x="838201" y="2412182"/>
            <a:ext cx="4851400" cy="1160507"/>
          </a:xfrm>
          <a:prstGeom prst="rect">
            <a:avLst/>
          </a:prstGeom>
        </p:spPr>
        <p:txBody>
          <a:bodyPr>
            <a:noAutofit/>
          </a:bodyPr>
          <a:lstStyle>
            <a:lvl1pPr marL="0" indent="0" algn="ctr">
              <a:lnSpc>
                <a:spcPct val="100000"/>
              </a:lnSpc>
              <a:buNone/>
              <a:defRPr sz="1800" b="0" i="0">
                <a:solidFill>
                  <a:srgbClr val="000000"/>
                </a:solidFill>
                <a:latin typeface="Aleo Light" pitchFamily="2" charset="77"/>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efficitur</a:t>
            </a:r>
            <a:r>
              <a:rPr lang="en-US" dirty="0"/>
              <a:t> </a:t>
            </a:r>
            <a:r>
              <a:rPr lang="en-US" dirty="0" err="1"/>
              <a:t>condimentum</a:t>
            </a:r>
            <a:r>
              <a:rPr lang="en-US" dirty="0"/>
              <a:t> </a:t>
            </a:r>
            <a:r>
              <a:rPr lang="en-US" dirty="0" err="1"/>
              <a:t>lacus</a:t>
            </a:r>
            <a:r>
              <a:rPr lang="en-US" dirty="0"/>
              <a:t>, non </a:t>
            </a:r>
            <a:r>
              <a:rPr lang="en-US" dirty="0" err="1"/>
              <a:t>molestie</a:t>
            </a:r>
            <a:r>
              <a:rPr lang="en-US" dirty="0"/>
              <a:t> </a:t>
            </a:r>
            <a:r>
              <a:rPr lang="en-US" dirty="0" err="1"/>
              <a:t>velit</a:t>
            </a:r>
            <a:r>
              <a:rPr lang="en-US" dirty="0"/>
              <a:t> </a:t>
            </a:r>
            <a:r>
              <a:rPr lang="en-US" dirty="0" err="1"/>
              <a:t>imperdiet</a:t>
            </a:r>
            <a:r>
              <a:rPr lang="en-US" dirty="0"/>
              <a:t> in. Sed </a:t>
            </a:r>
            <a:r>
              <a:rPr lang="en-US" dirty="0" err="1"/>
              <a:t>tempor</a:t>
            </a:r>
            <a:r>
              <a:rPr lang="en-US" dirty="0"/>
              <a:t> nisi et </a:t>
            </a:r>
            <a:r>
              <a:rPr lang="en-US" dirty="0" err="1"/>
              <a:t>posuere</a:t>
            </a:r>
            <a:r>
              <a:rPr lang="en-US" dirty="0"/>
              <a:t> </a:t>
            </a:r>
            <a:r>
              <a:rPr lang="en-US" dirty="0" err="1"/>
              <a:t>congue</a:t>
            </a:r>
            <a:r>
              <a:rPr lang="en-US" dirty="0"/>
              <a:t>. </a:t>
            </a:r>
          </a:p>
        </p:txBody>
      </p:sp>
      <p:cxnSp>
        <p:nvCxnSpPr>
          <p:cNvPr id="5" name="Straight Connector 4">
            <a:extLst>
              <a:ext uri="{FF2B5EF4-FFF2-40B4-BE49-F238E27FC236}">
                <a16:creationId xmlns:a16="http://schemas.microsoft.com/office/drawing/2014/main" id="{A030B18B-D47D-7E8E-DA18-951D2453B96B}"/>
              </a:ext>
            </a:extLst>
          </p:cNvPr>
          <p:cNvCxnSpPr>
            <a:cxnSpLocks/>
          </p:cNvCxnSpPr>
          <p:nvPr userDrawn="1"/>
        </p:nvCxnSpPr>
        <p:spPr>
          <a:xfrm>
            <a:off x="6096000" y="1660142"/>
            <a:ext cx="0" cy="4536307"/>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534456B6-8109-CF47-9A85-A515769AE9C4}"/>
              </a:ext>
            </a:extLst>
          </p:cNvPr>
          <p:cNvCxnSpPr>
            <a:cxnSpLocks/>
          </p:cNvCxnSpPr>
          <p:nvPr userDrawn="1"/>
        </p:nvCxnSpPr>
        <p:spPr>
          <a:xfrm flipH="1">
            <a:off x="714829" y="3848466"/>
            <a:ext cx="10762343"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2" name="Text Placeholder 16">
            <a:extLst>
              <a:ext uri="{FF2B5EF4-FFF2-40B4-BE49-F238E27FC236}">
                <a16:creationId xmlns:a16="http://schemas.microsoft.com/office/drawing/2014/main" id="{4E0B5368-4933-FA81-3A87-3AA9C209C66D}"/>
              </a:ext>
            </a:extLst>
          </p:cNvPr>
          <p:cNvSpPr>
            <a:spLocks noGrp="1"/>
          </p:cNvSpPr>
          <p:nvPr>
            <p:ph type="body" sz="quarter" idx="14"/>
          </p:nvPr>
        </p:nvSpPr>
        <p:spPr>
          <a:xfrm>
            <a:off x="6502399" y="1690688"/>
            <a:ext cx="4851400" cy="591878"/>
          </a:xfrm>
          <a:prstGeom prst="rect">
            <a:avLst/>
          </a:prstGeom>
        </p:spPr>
        <p:txBody>
          <a:bodyPr anchor="b">
            <a:noAutofit/>
          </a:bodyPr>
          <a:lstStyle>
            <a:lvl1pPr marL="0" indent="0" algn="ctr">
              <a:lnSpc>
                <a:spcPct val="100000"/>
              </a:lnSpc>
              <a:buNone/>
              <a:defRPr sz="22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3" name="Text Placeholder 18">
            <a:extLst>
              <a:ext uri="{FF2B5EF4-FFF2-40B4-BE49-F238E27FC236}">
                <a16:creationId xmlns:a16="http://schemas.microsoft.com/office/drawing/2014/main" id="{90F137C4-18BB-6F5F-1812-B1A362EC4A7A}"/>
              </a:ext>
            </a:extLst>
          </p:cNvPr>
          <p:cNvSpPr>
            <a:spLocks noGrp="1"/>
          </p:cNvSpPr>
          <p:nvPr>
            <p:ph type="body" sz="quarter" idx="15" hasCustomPrompt="1"/>
          </p:nvPr>
        </p:nvSpPr>
        <p:spPr>
          <a:xfrm>
            <a:off x="6502399" y="2412182"/>
            <a:ext cx="4851400" cy="1160507"/>
          </a:xfrm>
          <a:prstGeom prst="rect">
            <a:avLst/>
          </a:prstGeom>
        </p:spPr>
        <p:txBody>
          <a:bodyPr>
            <a:noAutofit/>
          </a:bodyPr>
          <a:lstStyle>
            <a:lvl1pPr marL="0" indent="0" algn="ctr">
              <a:lnSpc>
                <a:spcPct val="100000"/>
              </a:lnSpc>
              <a:buNone/>
              <a:defRPr sz="1800" b="0" i="0">
                <a:solidFill>
                  <a:srgbClr val="000000"/>
                </a:solidFill>
                <a:latin typeface="Aleo Light" pitchFamily="2" charset="77"/>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efficitur</a:t>
            </a:r>
            <a:r>
              <a:rPr lang="en-US" dirty="0"/>
              <a:t> </a:t>
            </a:r>
            <a:r>
              <a:rPr lang="en-US" dirty="0" err="1"/>
              <a:t>condimentum</a:t>
            </a:r>
            <a:r>
              <a:rPr lang="en-US" dirty="0"/>
              <a:t> </a:t>
            </a:r>
            <a:r>
              <a:rPr lang="en-US" dirty="0" err="1"/>
              <a:t>lacus</a:t>
            </a:r>
            <a:r>
              <a:rPr lang="en-US" dirty="0"/>
              <a:t>, non </a:t>
            </a:r>
            <a:r>
              <a:rPr lang="en-US" dirty="0" err="1"/>
              <a:t>molestie</a:t>
            </a:r>
            <a:r>
              <a:rPr lang="en-US" dirty="0"/>
              <a:t> </a:t>
            </a:r>
            <a:r>
              <a:rPr lang="en-US" dirty="0" err="1"/>
              <a:t>velit</a:t>
            </a:r>
            <a:r>
              <a:rPr lang="en-US" dirty="0"/>
              <a:t> </a:t>
            </a:r>
            <a:r>
              <a:rPr lang="en-US" dirty="0" err="1"/>
              <a:t>imperdiet</a:t>
            </a:r>
            <a:r>
              <a:rPr lang="en-US" dirty="0"/>
              <a:t> in. Sed </a:t>
            </a:r>
            <a:r>
              <a:rPr lang="en-US" dirty="0" err="1"/>
              <a:t>tempor</a:t>
            </a:r>
            <a:r>
              <a:rPr lang="en-US" dirty="0"/>
              <a:t> nisi et </a:t>
            </a:r>
            <a:r>
              <a:rPr lang="en-US" dirty="0" err="1"/>
              <a:t>posuere</a:t>
            </a:r>
            <a:r>
              <a:rPr lang="en-US" dirty="0"/>
              <a:t> </a:t>
            </a:r>
            <a:r>
              <a:rPr lang="en-US" dirty="0" err="1"/>
              <a:t>congue</a:t>
            </a:r>
            <a:r>
              <a:rPr lang="en-US" dirty="0"/>
              <a:t>. </a:t>
            </a:r>
          </a:p>
        </p:txBody>
      </p:sp>
      <p:sp>
        <p:nvSpPr>
          <p:cNvPr id="14" name="Text Placeholder 16">
            <a:extLst>
              <a:ext uri="{FF2B5EF4-FFF2-40B4-BE49-F238E27FC236}">
                <a16:creationId xmlns:a16="http://schemas.microsoft.com/office/drawing/2014/main" id="{CC3177CE-B92E-3F48-4C83-1781F097D763}"/>
              </a:ext>
            </a:extLst>
          </p:cNvPr>
          <p:cNvSpPr>
            <a:spLocks noGrp="1"/>
          </p:cNvSpPr>
          <p:nvPr>
            <p:ph type="body" sz="quarter" idx="16"/>
          </p:nvPr>
        </p:nvSpPr>
        <p:spPr>
          <a:xfrm>
            <a:off x="838201" y="4174242"/>
            <a:ext cx="4851400" cy="591878"/>
          </a:xfrm>
          <a:prstGeom prst="rect">
            <a:avLst/>
          </a:prstGeom>
        </p:spPr>
        <p:txBody>
          <a:bodyPr anchor="b">
            <a:noAutofit/>
          </a:bodyPr>
          <a:lstStyle>
            <a:lvl1pPr marL="0" indent="0" algn="ctr">
              <a:lnSpc>
                <a:spcPct val="100000"/>
              </a:lnSpc>
              <a:buNone/>
              <a:defRPr sz="22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Text Placeholder 18">
            <a:extLst>
              <a:ext uri="{FF2B5EF4-FFF2-40B4-BE49-F238E27FC236}">
                <a16:creationId xmlns:a16="http://schemas.microsoft.com/office/drawing/2014/main" id="{A15B4189-D03C-4A1E-6C2E-CB89F589FC6B}"/>
              </a:ext>
            </a:extLst>
          </p:cNvPr>
          <p:cNvSpPr>
            <a:spLocks noGrp="1"/>
          </p:cNvSpPr>
          <p:nvPr>
            <p:ph type="body" sz="quarter" idx="17" hasCustomPrompt="1"/>
          </p:nvPr>
        </p:nvSpPr>
        <p:spPr>
          <a:xfrm>
            <a:off x="838201" y="4895736"/>
            <a:ext cx="4851400" cy="1160507"/>
          </a:xfrm>
          <a:prstGeom prst="rect">
            <a:avLst/>
          </a:prstGeom>
        </p:spPr>
        <p:txBody>
          <a:bodyPr>
            <a:noAutofit/>
          </a:bodyPr>
          <a:lstStyle>
            <a:lvl1pPr marL="0" indent="0" algn="ctr">
              <a:lnSpc>
                <a:spcPct val="100000"/>
              </a:lnSpc>
              <a:buNone/>
              <a:defRPr sz="1800" b="0" i="0">
                <a:solidFill>
                  <a:srgbClr val="000000"/>
                </a:solidFill>
                <a:latin typeface="Aleo Light" pitchFamily="2" charset="77"/>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efficitur</a:t>
            </a:r>
            <a:r>
              <a:rPr lang="en-US" dirty="0"/>
              <a:t> </a:t>
            </a:r>
            <a:r>
              <a:rPr lang="en-US" dirty="0" err="1"/>
              <a:t>condimentum</a:t>
            </a:r>
            <a:r>
              <a:rPr lang="en-US" dirty="0"/>
              <a:t> </a:t>
            </a:r>
            <a:r>
              <a:rPr lang="en-US" dirty="0" err="1"/>
              <a:t>lacus</a:t>
            </a:r>
            <a:r>
              <a:rPr lang="en-US" dirty="0"/>
              <a:t>, non </a:t>
            </a:r>
            <a:r>
              <a:rPr lang="en-US" dirty="0" err="1"/>
              <a:t>molestie</a:t>
            </a:r>
            <a:r>
              <a:rPr lang="en-US" dirty="0"/>
              <a:t> </a:t>
            </a:r>
            <a:r>
              <a:rPr lang="en-US" dirty="0" err="1"/>
              <a:t>velit</a:t>
            </a:r>
            <a:r>
              <a:rPr lang="en-US" dirty="0"/>
              <a:t> </a:t>
            </a:r>
            <a:r>
              <a:rPr lang="en-US" dirty="0" err="1"/>
              <a:t>imperdiet</a:t>
            </a:r>
            <a:r>
              <a:rPr lang="en-US" dirty="0"/>
              <a:t> in. Sed </a:t>
            </a:r>
            <a:r>
              <a:rPr lang="en-US" dirty="0" err="1"/>
              <a:t>tempor</a:t>
            </a:r>
            <a:r>
              <a:rPr lang="en-US" dirty="0"/>
              <a:t> nisi et </a:t>
            </a:r>
            <a:r>
              <a:rPr lang="en-US" dirty="0" err="1"/>
              <a:t>posuere</a:t>
            </a:r>
            <a:r>
              <a:rPr lang="en-US" dirty="0"/>
              <a:t> </a:t>
            </a:r>
            <a:r>
              <a:rPr lang="en-US" dirty="0" err="1"/>
              <a:t>congue</a:t>
            </a:r>
            <a:r>
              <a:rPr lang="en-US" dirty="0"/>
              <a:t>. </a:t>
            </a:r>
          </a:p>
        </p:txBody>
      </p:sp>
      <p:sp>
        <p:nvSpPr>
          <p:cNvPr id="16" name="Text Placeholder 16">
            <a:extLst>
              <a:ext uri="{FF2B5EF4-FFF2-40B4-BE49-F238E27FC236}">
                <a16:creationId xmlns:a16="http://schemas.microsoft.com/office/drawing/2014/main" id="{349AF897-A012-1445-B984-21A474DE9F34}"/>
              </a:ext>
            </a:extLst>
          </p:cNvPr>
          <p:cNvSpPr>
            <a:spLocks noGrp="1"/>
          </p:cNvSpPr>
          <p:nvPr>
            <p:ph type="body" sz="quarter" idx="18"/>
          </p:nvPr>
        </p:nvSpPr>
        <p:spPr>
          <a:xfrm>
            <a:off x="6502399" y="4174242"/>
            <a:ext cx="4851400" cy="591878"/>
          </a:xfrm>
          <a:prstGeom prst="rect">
            <a:avLst/>
          </a:prstGeom>
        </p:spPr>
        <p:txBody>
          <a:bodyPr anchor="b">
            <a:noAutofit/>
          </a:bodyPr>
          <a:lstStyle>
            <a:lvl1pPr marL="0" indent="0" algn="ctr">
              <a:lnSpc>
                <a:spcPct val="100000"/>
              </a:lnSpc>
              <a:buNone/>
              <a:defRPr sz="22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7" name="Text Placeholder 18">
            <a:extLst>
              <a:ext uri="{FF2B5EF4-FFF2-40B4-BE49-F238E27FC236}">
                <a16:creationId xmlns:a16="http://schemas.microsoft.com/office/drawing/2014/main" id="{1555889A-6685-8654-291A-4FDBF967C207}"/>
              </a:ext>
            </a:extLst>
          </p:cNvPr>
          <p:cNvSpPr>
            <a:spLocks noGrp="1"/>
          </p:cNvSpPr>
          <p:nvPr>
            <p:ph type="body" sz="quarter" idx="19" hasCustomPrompt="1"/>
          </p:nvPr>
        </p:nvSpPr>
        <p:spPr>
          <a:xfrm>
            <a:off x="6502399" y="4895736"/>
            <a:ext cx="4851400" cy="1160507"/>
          </a:xfrm>
          <a:prstGeom prst="rect">
            <a:avLst/>
          </a:prstGeom>
        </p:spPr>
        <p:txBody>
          <a:bodyPr>
            <a:noAutofit/>
          </a:bodyPr>
          <a:lstStyle>
            <a:lvl1pPr marL="0" indent="0" algn="ctr">
              <a:lnSpc>
                <a:spcPct val="100000"/>
              </a:lnSpc>
              <a:buNone/>
              <a:defRPr sz="1800" b="0" i="0">
                <a:solidFill>
                  <a:srgbClr val="000000"/>
                </a:solidFill>
                <a:latin typeface="Aleo Light" pitchFamily="2" charset="77"/>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efficitur</a:t>
            </a:r>
            <a:r>
              <a:rPr lang="en-US" dirty="0"/>
              <a:t> </a:t>
            </a:r>
            <a:r>
              <a:rPr lang="en-US" dirty="0" err="1"/>
              <a:t>condimentum</a:t>
            </a:r>
            <a:r>
              <a:rPr lang="en-US" dirty="0"/>
              <a:t> </a:t>
            </a:r>
            <a:r>
              <a:rPr lang="en-US" dirty="0" err="1"/>
              <a:t>lacus</a:t>
            </a:r>
            <a:r>
              <a:rPr lang="en-US" dirty="0"/>
              <a:t>, non </a:t>
            </a:r>
            <a:r>
              <a:rPr lang="en-US" dirty="0" err="1"/>
              <a:t>molestie</a:t>
            </a:r>
            <a:r>
              <a:rPr lang="en-US" dirty="0"/>
              <a:t> </a:t>
            </a:r>
            <a:r>
              <a:rPr lang="en-US" dirty="0" err="1"/>
              <a:t>velit</a:t>
            </a:r>
            <a:r>
              <a:rPr lang="en-US" dirty="0"/>
              <a:t> </a:t>
            </a:r>
            <a:r>
              <a:rPr lang="en-US" dirty="0" err="1"/>
              <a:t>imperdiet</a:t>
            </a:r>
            <a:r>
              <a:rPr lang="en-US" dirty="0"/>
              <a:t> in. Sed </a:t>
            </a:r>
            <a:r>
              <a:rPr lang="en-US" dirty="0" err="1"/>
              <a:t>tempor</a:t>
            </a:r>
            <a:r>
              <a:rPr lang="en-US" dirty="0"/>
              <a:t> nisi et </a:t>
            </a:r>
            <a:r>
              <a:rPr lang="en-US" dirty="0" err="1"/>
              <a:t>posuere</a:t>
            </a:r>
            <a:r>
              <a:rPr lang="en-US" dirty="0"/>
              <a:t> </a:t>
            </a:r>
            <a:r>
              <a:rPr lang="en-US" dirty="0" err="1"/>
              <a:t>congue</a:t>
            </a:r>
            <a:r>
              <a:rPr lang="en-US" dirty="0"/>
              <a:t>. </a:t>
            </a:r>
          </a:p>
        </p:txBody>
      </p:sp>
      <p:sp>
        <p:nvSpPr>
          <p:cNvPr id="4" name="Title Placeholder 1">
            <a:extLst>
              <a:ext uri="{FF2B5EF4-FFF2-40B4-BE49-F238E27FC236}">
                <a16:creationId xmlns:a16="http://schemas.microsoft.com/office/drawing/2014/main" id="{9350F017-322A-BFBD-306C-A76EF584BA25}"/>
              </a:ext>
            </a:extLst>
          </p:cNvPr>
          <p:cNvSpPr>
            <a:spLocks noGrp="1"/>
          </p:cNvSpPr>
          <p:nvPr>
            <p:ph type="title"/>
          </p:nvPr>
        </p:nvSpPr>
        <p:spPr>
          <a:xfrm>
            <a:off x="838200" y="801757"/>
            <a:ext cx="10515600" cy="759315"/>
          </a:xfrm>
          <a:prstGeom prst="rect">
            <a:avLst/>
          </a:prstGeom>
        </p:spPr>
        <p:txBody>
          <a:bodyPr vert="horz" lIns="91440" tIns="45720" rIns="91440" bIns="45720" rtlCol="0" anchor="t">
            <a:no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4190496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op Bar - Text &amp; Image - List 2">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1272CBE7-2FCB-B9F4-54E0-B271E1869B79}"/>
              </a:ext>
            </a:extLst>
          </p:cNvPr>
          <p:cNvSpPr>
            <a:spLocks noGrp="1"/>
          </p:cNvSpPr>
          <p:nvPr>
            <p:ph type="body" sz="quarter" idx="10"/>
          </p:nvPr>
        </p:nvSpPr>
        <p:spPr>
          <a:xfrm>
            <a:off x="5157707" y="1827836"/>
            <a:ext cx="6421268" cy="634338"/>
          </a:xfrm>
          <a:prstGeom prst="rect">
            <a:avLst/>
          </a:prstGeom>
        </p:spPr>
        <p:txBody>
          <a:bodyPr anchor="b">
            <a:noAutofit/>
          </a:bodyPr>
          <a:lstStyle>
            <a:lvl1pPr marL="0" indent="0">
              <a:lnSpc>
                <a:spcPct val="100000"/>
              </a:lnSpc>
              <a:buNone/>
              <a:defRPr sz="22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Text Placeholder 14">
            <a:extLst>
              <a:ext uri="{FF2B5EF4-FFF2-40B4-BE49-F238E27FC236}">
                <a16:creationId xmlns:a16="http://schemas.microsoft.com/office/drawing/2014/main" id="{9E3B7044-8221-CDDF-5FD2-C18DD784ED23}"/>
              </a:ext>
            </a:extLst>
          </p:cNvPr>
          <p:cNvSpPr>
            <a:spLocks noGrp="1"/>
          </p:cNvSpPr>
          <p:nvPr>
            <p:ph type="body" sz="quarter" idx="11"/>
          </p:nvPr>
        </p:nvSpPr>
        <p:spPr>
          <a:xfrm>
            <a:off x="5157128" y="2594341"/>
            <a:ext cx="6421268" cy="1268811"/>
          </a:xfrm>
          <a:prstGeom prst="rect">
            <a:avLst/>
          </a:prstGeom>
        </p:spPr>
        <p:txBody>
          <a:bodyPr>
            <a:noAutofit/>
          </a:bodyPr>
          <a:lstStyle>
            <a:lvl1pPr marL="0" indent="0">
              <a:lnSpc>
                <a:spcPct val="100000"/>
              </a:lnSpc>
              <a:buNone/>
              <a:defRPr sz="1600">
                <a:solidFill>
                  <a:srgbClr val="000000"/>
                </a:solidFill>
              </a:defRPr>
            </a:lvl1pPr>
            <a:lvl2pPr marL="457200" indent="0">
              <a:buNone/>
              <a:defRPr sz="1500">
                <a:solidFill>
                  <a:schemeClr val="bg2"/>
                </a:solidFill>
              </a:defRPr>
            </a:lvl2pPr>
            <a:lvl3pPr marL="914400" indent="0">
              <a:buNone/>
              <a:defRPr sz="1500">
                <a:solidFill>
                  <a:schemeClr val="bg2"/>
                </a:solidFill>
              </a:defRPr>
            </a:lvl3pPr>
            <a:lvl4pPr marL="1371600" indent="0">
              <a:buNone/>
              <a:defRPr sz="1500">
                <a:solidFill>
                  <a:schemeClr val="bg2"/>
                </a:solidFill>
              </a:defRPr>
            </a:lvl4pPr>
            <a:lvl5pPr marL="1828800" indent="0">
              <a:buNone/>
              <a:defRPr sz="1500">
                <a:solidFill>
                  <a:schemeClr val="bg2"/>
                </a:solidFill>
              </a:defRPr>
            </a:lvl5pPr>
          </a:lstStyle>
          <a:p>
            <a:pPr lvl="0"/>
            <a:r>
              <a:rPr lang="en-US"/>
              <a:t>Click to edit Master text styles</a:t>
            </a:r>
          </a:p>
        </p:txBody>
      </p:sp>
      <p:sp>
        <p:nvSpPr>
          <p:cNvPr id="20" name="Picture Placeholder 16">
            <a:extLst>
              <a:ext uri="{FF2B5EF4-FFF2-40B4-BE49-F238E27FC236}">
                <a16:creationId xmlns:a16="http://schemas.microsoft.com/office/drawing/2014/main" id="{24A50F10-B6B7-FB71-7943-85F360656D52}"/>
              </a:ext>
            </a:extLst>
          </p:cNvPr>
          <p:cNvSpPr>
            <a:spLocks noGrp="1"/>
          </p:cNvSpPr>
          <p:nvPr>
            <p:ph type="pic" sz="quarter" idx="15"/>
          </p:nvPr>
        </p:nvSpPr>
        <p:spPr>
          <a:xfrm>
            <a:off x="321365" y="791110"/>
            <a:ext cx="4183699" cy="5298266"/>
          </a:xfrm>
          <a:prstGeom prst="rect">
            <a:avLst/>
          </a:prstGeom>
        </p:spPr>
        <p:txBody>
          <a:bodyPr/>
          <a:lstStyle>
            <a:lvl1pPr>
              <a:lnSpc>
                <a:spcPct val="100000"/>
              </a:lnSpc>
              <a:defRPr/>
            </a:lvl1pPr>
          </a:lstStyle>
          <a:p>
            <a:r>
              <a:rPr lang="en-US"/>
              <a:t>Click icon to add picture</a:t>
            </a:r>
          </a:p>
        </p:txBody>
      </p:sp>
      <p:sp>
        <p:nvSpPr>
          <p:cNvPr id="5" name="Text Placeholder 12">
            <a:extLst>
              <a:ext uri="{FF2B5EF4-FFF2-40B4-BE49-F238E27FC236}">
                <a16:creationId xmlns:a16="http://schemas.microsoft.com/office/drawing/2014/main" id="{1B2D94D1-A735-E638-DE2C-8ED377873F96}"/>
              </a:ext>
            </a:extLst>
          </p:cNvPr>
          <p:cNvSpPr>
            <a:spLocks noGrp="1"/>
          </p:cNvSpPr>
          <p:nvPr>
            <p:ph type="body" sz="quarter" idx="16"/>
          </p:nvPr>
        </p:nvSpPr>
        <p:spPr>
          <a:xfrm>
            <a:off x="5157707" y="4054059"/>
            <a:ext cx="6421268" cy="634338"/>
          </a:xfrm>
          <a:prstGeom prst="rect">
            <a:avLst/>
          </a:prstGeom>
        </p:spPr>
        <p:txBody>
          <a:bodyPr anchor="b">
            <a:noAutofit/>
          </a:bodyPr>
          <a:lstStyle>
            <a:lvl1pPr marL="0" indent="0">
              <a:lnSpc>
                <a:spcPct val="100000"/>
              </a:lnSpc>
              <a:buNone/>
              <a:defRPr sz="220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Text Placeholder 14">
            <a:extLst>
              <a:ext uri="{FF2B5EF4-FFF2-40B4-BE49-F238E27FC236}">
                <a16:creationId xmlns:a16="http://schemas.microsoft.com/office/drawing/2014/main" id="{05087DD5-E759-158F-C6EA-B78E551560EA}"/>
              </a:ext>
            </a:extLst>
          </p:cNvPr>
          <p:cNvSpPr>
            <a:spLocks noGrp="1"/>
          </p:cNvSpPr>
          <p:nvPr>
            <p:ph type="body" sz="quarter" idx="17"/>
          </p:nvPr>
        </p:nvSpPr>
        <p:spPr>
          <a:xfrm>
            <a:off x="5157128" y="4820564"/>
            <a:ext cx="6421268" cy="1268811"/>
          </a:xfrm>
          <a:prstGeom prst="rect">
            <a:avLst/>
          </a:prstGeom>
        </p:spPr>
        <p:txBody>
          <a:bodyPr>
            <a:noAutofit/>
          </a:bodyPr>
          <a:lstStyle>
            <a:lvl1pPr marL="0" indent="0">
              <a:lnSpc>
                <a:spcPct val="100000"/>
              </a:lnSpc>
              <a:buNone/>
              <a:defRPr sz="1600">
                <a:solidFill>
                  <a:srgbClr val="000000"/>
                </a:solidFill>
              </a:defRPr>
            </a:lvl1pPr>
            <a:lvl2pPr marL="457200" indent="0">
              <a:buNone/>
              <a:defRPr sz="1500">
                <a:solidFill>
                  <a:schemeClr val="bg2"/>
                </a:solidFill>
              </a:defRPr>
            </a:lvl2pPr>
            <a:lvl3pPr marL="914400" indent="0">
              <a:buNone/>
              <a:defRPr sz="1500">
                <a:solidFill>
                  <a:schemeClr val="bg2"/>
                </a:solidFill>
              </a:defRPr>
            </a:lvl3pPr>
            <a:lvl4pPr marL="1371600" indent="0">
              <a:buNone/>
              <a:defRPr sz="1500">
                <a:solidFill>
                  <a:schemeClr val="bg2"/>
                </a:solidFill>
              </a:defRPr>
            </a:lvl4pPr>
            <a:lvl5pPr marL="1828800" indent="0">
              <a:buNone/>
              <a:defRPr sz="1500">
                <a:solidFill>
                  <a:schemeClr val="bg2"/>
                </a:solidFill>
              </a:defRPr>
            </a:lvl5pPr>
          </a:lstStyle>
          <a:p>
            <a:pPr lvl="0"/>
            <a:r>
              <a:rPr lang="en-US"/>
              <a:t>Click to edit Master text styles</a:t>
            </a:r>
          </a:p>
        </p:txBody>
      </p:sp>
      <p:sp>
        <p:nvSpPr>
          <p:cNvPr id="8" name="Title Placeholder 1">
            <a:extLst>
              <a:ext uri="{FF2B5EF4-FFF2-40B4-BE49-F238E27FC236}">
                <a16:creationId xmlns:a16="http://schemas.microsoft.com/office/drawing/2014/main" id="{9349E249-61FE-DC88-E42E-84C3EAE9ED4C}"/>
              </a:ext>
            </a:extLst>
          </p:cNvPr>
          <p:cNvSpPr>
            <a:spLocks noGrp="1"/>
          </p:cNvSpPr>
          <p:nvPr>
            <p:ph type="title"/>
          </p:nvPr>
        </p:nvSpPr>
        <p:spPr>
          <a:xfrm>
            <a:off x="5157128" y="791110"/>
            <a:ext cx="6421268" cy="888931"/>
          </a:xfrm>
          <a:prstGeom prst="rect">
            <a:avLst/>
          </a:prstGeom>
        </p:spPr>
        <p:txBody>
          <a:bodyPr vert="horz" lIns="91440" tIns="45720" rIns="91440" bIns="45720" rtlCol="0" anchor="t">
            <a:no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2631057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p Bar - Image/Icons - List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6FEFCD4-D0AF-DA55-24E8-B4F3961A3D4B}"/>
              </a:ext>
            </a:extLst>
          </p:cNvPr>
          <p:cNvSpPr>
            <a:spLocks noGrp="1"/>
          </p:cNvSpPr>
          <p:nvPr>
            <p:ph type="pic" sz="quarter" idx="11"/>
          </p:nvPr>
        </p:nvSpPr>
        <p:spPr>
          <a:xfrm>
            <a:off x="2297129" y="2465798"/>
            <a:ext cx="1525713" cy="1525713"/>
          </a:xfrm>
          <a:prstGeom prst="ellipse">
            <a:avLst/>
          </a:prstGeom>
          <a:solidFill>
            <a:schemeClr val="bg1">
              <a:lumMod val="90000"/>
            </a:schemeClr>
          </a:solidFill>
        </p:spPr>
        <p:txBody>
          <a:bodyPr/>
          <a:lstStyle>
            <a:lvl1pPr>
              <a:lnSpc>
                <a:spcPct val="100000"/>
              </a:lnSpc>
              <a:defRPr/>
            </a:lvl1pPr>
          </a:lstStyle>
          <a:p>
            <a:r>
              <a:rPr lang="en-US"/>
              <a:t>Click icon to add picture</a:t>
            </a:r>
          </a:p>
        </p:txBody>
      </p:sp>
      <p:sp>
        <p:nvSpPr>
          <p:cNvPr id="12" name="Picture Placeholder 8">
            <a:extLst>
              <a:ext uri="{FF2B5EF4-FFF2-40B4-BE49-F238E27FC236}">
                <a16:creationId xmlns:a16="http://schemas.microsoft.com/office/drawing/2014/main" id="{72B51B2B-0832-354E-6929-912498E5022F}"/>
              </a:ext>
            </a:extLst>
          </p:cNvPr>
          <p:cNvSpPr>
            <a:spLocks noGrp="1"/>
          </p:cNvSpPr>
          <p:nvPr>
            <p:ph type="pic" sz="quarter" idx="12"/>
          </p:nvPr>
        </p:nvSpPr>
        <p:spPr>
          <a:xfrm>
            <a:off x="5333143" y="2465798"/>
            <a:ext cx="1525713" cy="1525713"/>
          </a:xfrm>
          <a:prstGeom prst="ellipse">
            <a:avLst/>
          </a:prstGeom>
          <a:solidFill>
            <a:schemeClr val="bg1">
              <a:lumMod val="90000"/>
            </a:schemeClr>
          </a:solidFill>
        </p:spPr>
        <p:txBody>
          <a:bodyPr/>
          <a:lstStyle>
            <a:lvl1pPr>
              <a:lnSpc>
                <a:spcPct val="100000"/>
              </a:lnSpc>
              <a:defRPr/>
            </a:lvl1pPr>
          </a:lstStyle>
          <a:p>
            <a:r>
              <a:rPr lang="en-US"/>
              <a:t>Click icon to add picture</a:t>
            </a:r>
          </a:p>
        </p:txBody>
      </p:sp>
      <p:sp>
        <p:nvSpPr>
          <p:cNvPr id="13" name="Picture Placeholder 8">
            <a:extLst>
              <a:ext uri="{FF2B5EF4-FFF2-40B4-BE49-F238E27FC236}">
                <a16:creationId xmlns:a16="http://schemas.microsoft.com/office/drawing/2014/main" id="{5355EB09-5258-DA1E-B168-08A7E2294645}"/>
              </a:ext>
            </a:extLst>
          </p:cNvPr>
          <p:cNvSpPr>
            <a:spLocks noGrp="1"/>
          </p:cNvSpPr>
          <p:nvPr>
            <p:ph type="pic" sz="quarter" idx="13"/>
          </p:nvPr>
        </p:nvSpPr>
        <p:spPr>
          <a:xfrm>
            <a:off x="8369156" y="2465798"/>
            <a:ext cx="1525713" cy="1525713"/>
          </a:xfrm>
          <a:prstGeom prst="ellipse">
            <a:avLst/>
          </a:prstGeom>
          <a:solidFill>
            <a:schemeClr val="bg1">
              <a:lumMod val="90000"/>
            </a:schemeClr>
          </a:solidFill>
        </p:spPr>
        <p:txBody>
          <a:bodyPr/>
          <a:lstStyle>
            <a:lvl1pPr>
              <a:lnSpc>
                <a:spcPct val="100000"/>
              </a:lnSpc>
              <a:defRPr/>
            </a:lvl1pPr>
          </a:lstStyle>
          <a:p>
            <a:r>
              <a:rPr lang="en-US"/>
              <a:t>Click icon to add picture</a:t>
            </a:r>
          </a:p>
        </p:txBody>
      </p:sp>
      <p:sp>
        <p:nvSpPr>
          <p:cNvPr id="15" name="Text Placeholder 14">
            <a:extLst>
              <a:ext uri="{FF2B5EF4-FFF2-40B4-BE49-F238E27FC236}">
                <a16:creationId xmlns:a16="http://schemas.microsoft.com/office/drawing/2014/main" id="{F708A406-FBFA-C16C-8017-EE9D07E71AFF}"/>
              </a:ext>
            </a:extLst>
          </p:cNvPr>
          <p:cNvSpPr>
            <a:spLocks noGrp="1"/>
          </p:cNvSpPr>
          <p:nvPr>
            <p:ph type="body" sz="quarter" idx="14"/>
          </p:nvPr>
        </p:nvSpPr>
        <p:spPr>
          <a:xfrm>
            <a:off x="1919366" y="4302396"/>
            <a:ext cx="2281237" cy="924603"/>
          </a:xfrm>
          <a:prstGeom prst="rect">
            <a:avLst/>
          </a:prstGeom>
        </p:spPr>
        <p:txBody>
          <a:bodyPr/>
          <a:lstStyle>
            <a:lvl1pPr marL="0" indent="0" algn="ctr">
              <a:lnSpc>
                <a:spcPct val="10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16" name="Text Placeholder 14">
            <a:extLst>
              <a:ext uri="{FF2B5EF4-FFF2-40B4-BE49-F238E27FC236}">
                <a16:creationId xmlns:a16="http://schemas.microsoft.com/office/drawing/2014/main" id="{5FAD35AE-B970-0307-1264-0B391B765179}"/>
              </a:ext>
            </a:extLst>
          </p:cNvPr>
          <p:cNvSpPr>
            <a:spLocks noGrp="1"/>
          </p:cNvSpPr>
          <p:nvPr>
            <p:ph type="body" sz="quarter" idx="15"/>
          </p:nvPr>
        </p:nvSpPr>
        <p:spPr>
          <a:xfrm>
            <a:off x="4955380" y="4302396"/>
            <a:ext cx="2281237" cy="924603"/>
          </a:xfrm>
          <a:prstGeom prst="rect">
            <a:avLst/>
          </a:prstGeom>
        </p:spPr>
        <p:txBody>
          <a:bodyPr/>
          <a:lstStyle>
            <a:lvl1pPr marL="0" indent="0" algn="ctr">
              <a:lnSpc>
                <a:spcPct val="10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17" name="Text Placeholder 14">
            <a:extLst>
              <a:ext uri="{FF2B5EF4-FFF2-40B4-BE49-F238E27FC236}">
                <a16:creationId xmlns:a16="http://schemas.microsoft.com/office/drawing/2014/main" id="{F7352A11-A6D8-4C1A-AA8D-35D4771BAA81}"/>
              </a:ext>
            </a:extLst>
          </p:cNvPr>
          <p:cNvSpPr>
            <a:spLocks noGrp="1"/>
          </p:cNvSpPr>
          <p:nvPr>
            <p:ph type="body" sz="quarter" idx="16"/>
          </p:nvPr>
        </p:nvSpPr>
        <p:spPr>
          <a:xfrm>
            <a:off x="7991393" y="4302396"/>
            <a:ext cx="2281237" cy="924603"/>
          </a:xfrm>
          <a:prstGeom prst="rect">
            <a:avLst/>
          </a:prstGeom>
        </p:spPr>
        <p:txBody>
          <a:bodyPr/>
          <a:lstStyle>
            <a:lvl1pPr marL="0" indent="0" algn="ctr">
              <a:lnSpc>
                <a:spcPct val="100000"/>
              </a:lnSpc>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t>Click to edit Master text styles</a:t>
            </a:r>
          </a:p>
        </p:txBody>
      </p:sp>
      <p:sp>
        <p:nvSpPr>
          <p:cNvPr id="18" name="Title Placeholder 1">
            <a:extLst>
              <a:ext uri="{FF2B5EF4-FFF2-40B4-BE49-F238E27FC236}">
                <a16:creationId xmlns:a16="http://schemas.microsoft.com/office/drawing/2014/main" id="{0B6D64AB-3AD3-D315-A5C8-8AA6674E8D7F}"/>
              </a:ext>
            </a:extLst>
          </p:cNvPr>
          <p:cNvSpPr>
            <a:spLocks noGrp="1"/>
          </p:cNvSpPr>
          <p:nvPr>
            <p:ph type="title"/>
          </p:nvPr>
        </p:nvSpPr>
        <p:spPr>
          <a:xfrm>
            <a:off x="838200" y="801757"/>
            <a:ext cx="10515600" cy="888931"/>
          </a:xfrm>
          <a:prstGeom prst="rect">
            <a:avLst/>
          </a:prstGeom>
        </p:spPr>
        <p:txBody>
          <a:bodyPr vert="horz" lIns="91440" tIns="45720" rIns="91440" bIns="45720" rtlCol="0" anchor="t">
            <a:noAutofit/>
          </a:bodyPr>
          <a:lstStyle>
            <a:lvl1pPr algn="ct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895012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 Bar - Images/Icons - Quadrant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6FEFCD4-D0AF-DA55-24E8-B4F3961A3D4B}"/>
              </a:ext>
            </a:extLst>
          </p:cNvPr>
          <p:cNvSpPr>
            <a:spLocks noGrp="1"/>
          </p:cNvSpPr>
          <p:nvPr>
            <p:ph type="pic" sz="quarter" idx="11"/>
          </p:nvPr>
        </p:nvSpPr>
        <p:spPr>
          <a:xfrm>
            <a:off x="906463" y="2112623"/>
            <a:ext cx="1225194" cy="1225194"/>
          </a:xfrm>
          <a:prstGeom prst="ellipse">
            <a:avLst/>
          </a:prstGeom>
          <a:solidFill>
            <a:schemeClr val="bg1">
              <a:lumMod val="90000"/>
            </a:schemeClr>
          </a:solidFill>
        </p:spPr>
        <p:txBody>
          <a:bodyPr/>
          <a:lstStyle>
            <a:lvl1pPr>
              <a:lnSpc>
                <a:spcPct val="100000"/>
              </a:lnSpc>
              <a:defRPr/>
            </a:lvl1pPr>
          </a:lstStyle>
          <a:p>
            <a:r>
              <a:rPr lang="en-US"/>
              <a:t>Click icon to add picture</a:t>
            </a:r>
            <a:endParaRPr lang="en-US" dirty="0"/>
          </a:p>
        </p:txBody>
      </p:sp>
      <p:sp>
        <p:nvSpPr>
          <p:cNvPr id="15" name="Text Placeholder 14">
            <a:extLst>
              <a:ext uri="{FF2B5EF4-FFF2-40B4-BE49-F238E27FC236}">
                <a16:creationId xmlns:a16="http://schemas.microsoft.com/office/drawing/2014/main" id="{F708A406-FBFA-C16C-8017-EE9D07E71AFF}"/>
              </a:ext>
            </a:extLst>
          </p:cNvPr>
          <p:cNvSpPr>
            <a:spLocks noGrp="1"/>
          </p:cNvSpPr>
          <p:nvPr>
            <p:ph type="body" sz="quarter" idx="14" hasCustomPrompt="1"/>
          </p:nvPr>
        </p:nvSpPr>
        <p:spPr>
          <a:xfrm>
            <a:off x="2434978" y="2648027"/>
            <a:ext cx="3349374" cy="867086"/>
          </a:xfrm>
          <a:prstGeom prst="rect">
            <a:avLst/>
          </a:prstGeom>
        </p:spPr>
        <p:txBody>
          <a:bodyPr/>
          <a:lstStyle>
            <a:lvl1pPr marL="0" indent="0" algn="l">
              <a:lnSpc>
                <a:spcPct val="100000"/>
              </a:lnSpc>
              <a:buNone/>
              <a:defRPr lang="en-US" sz="1400" b="0" i="0" smtClean="0">
                <a:effectLst/>
                <a:latin typeface="Roboto Medium" panose="02000000000000000000" pitchFamily="2" charset="0"/>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b="0" i="0" dirty="0">
                <a:solidFill>
                  <a:srgbClr val="000000"/>
                </a:solidFill>
                <a:effectLst/>
                <a:latin typeface="Open Sans" panose="020B0606030504020204" pitchFamily="34" charset="0"/>
              </a:rPr>
              <a:t>Lorem ipsum dolor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consectetur</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adipiscing</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elit</a:t>
            </a:r>
            <a:r>
              <a:rPr lang="en-US" b="0" i="0" dirty="0">
                <a:solidFill>
                  <a:srgbClr val="000000"/>
                </a:solidFill>
                <a:effectLst/>
                <a:latin typeface="Open Sans" panose="020B0606030504020204" pitchFamily="34" charset="0"/>
              </a:rPr>
              <a:t>. Proin vitae ligula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quam</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pellentesque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placerat</a:t>
            </a:r>
            <a:r>
              <a:rPr lang="en-US" b="0" i="0" dirty="0">
                <a:solidFill>
                  <a:srgbClr val="000000"/>
                </a:solidFill>
                <a:effectLst/>
                <a:latin typeface="Open Sans" panose="020B0606030504020204" pitchFamily="34" charset="0"/>
              </a:rPr>
              <a:t> id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a:t>
            </a:r>
            <a:endParaRPr lang="en-US" dirty="0"/>
          </a:p>
        </p:txBody>
      </p:sp>
      <p:sp>
        <p:nvSpPr>
          <p:cNvPr id="2" name="Title Placeholder 1">
            <a:extLst>
              <a:ext uri="{FF2B5EF4-FFF2-40B4-BE49-F238E27FC236}">
                <a16:creationId xmlns:a16="http://schemas.microsoft.com/office/drawing/2014/main" id="{FE2DAD20-D4FD-D90D-7444-00F70A57F21D}"/>
              </a:ext>
            </a:extLst>
          </p:cNvPr>
          <p:cNvSpPr>
            <a:spLocks noGrp="1"/>
          </p:cNvSpPr>
          <p:nvPr>
            <p:ph type="title"/>
          </p:nvPr>
        </p:nvSpPr>
        <p:spPr>
          <a:xfrm>
            <a:off x="838200" y="801758"/>
            <a:ext cx="10515600" cy="595528"/>
          </a:xfrm>
          <a:prstGeom prst="rect">
            <a:avLst/>
          </a:prstGeom>
        </p:spPr>
        <p:txBody>
          <a:bodyPr vert="horz" lIns="91440" tIns="45720" rIns="91440" bIns="45720" rtlCol="0" anchor="t">
            <a:noAutofit/>
          </a:bodyPr>
          <a:lstStyle>
            <a:lvl1pPr algn="ctr">
              <a:lnSpc>
                <a:spcPct val="100000"/>
              </a:lnSpc>
              <a:defRPr/>
            </a:lvl1pPr>
          </a:lstStyle>
          <a:p>
            <a:r>
              <a:rPr lang="en-US"/>
              <a:t>Click to edit Master title style</a:t>
            </a:r>
            <a:endParaRPr lang="en-US" dirty="0"/>
          </a:p>
        </p:txBody>
      </p:sp>
      <p:cxnSp>
        <p:nvCxnSpPr>
          <p:cNvPr id="4" name="Straight Connector 3">
            <a:extLst>
              <a:ext uri="{FF2B5EF4-FFF2-40B4-BE49-F238E27FC236}">
                <a16:creationId xmlns:a16="http://schemas.microsoft.com/office/drawing/2014/main" id="{D713FFAA-1550-9594-BE2D-0FAADDDD5455}"/>
              </a:ext>
            </a:extLst>
          </p:cNvPr>
          <p:cNvCxnSpPr>
            <a:cxnSpLocks/>
          </p:cNvCxnSpPr>
          <p:nvPr userDrawn="1"/>
        </p:nvCxnSpPr>
        <p:spPr>
          <a:xfrm>
            <a:off x="6096000" y="1785002"/>
            <a:ext cx="0" cy="4235654"/>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BAA847CB-72FB-F0D0-393B-128696CB85D9}"/>
              </a:ext>
            </a:extLst>
          </p:cNvPr>
          <p:cNvCxnSpPr>
            <a:cxnSpLocks/>
          </p:cNvCxnSpPr>
          <p:nvPr userDrawn="1"/>
        </p:nvCxnSpPr>
        <p:spPr>
          <a:xfrm flipH="1">
            <a:off x="906463" y="3902829"/>
            <a:ext cx="10379075"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Text Placeholder 10">
            <a:extLst>
              <a:ext uri="{FF2B5EF4-FFF2-40B4-BE49-F238E27FC236}">
                <a16:creationId xmlns:a16="http://schemas.microsoft.com/office/drawing/2014/main" id="{F894A55F-9293-2517-3338-59E1B0BC3ECC}"/>
              </a:ext>
            </a:extLst>
          </p:cNvPr>
          <p:cNvSpPr>
            <a:spLocks noGrp="1"/>
          </p:cNvSpPr>
          <p:nvPr>
            <p:ph type="body" sz="quarter" idx="16"/>
          </p:nvPr>
        </p:nvSpPr>
        <p:spPr>
          <a:xfrm>
            <a:off x="2435225" y="1784350"/>
            <a:ext cx="3349625" cy="692150"/>
          </a:xfrm>
          <a:prstGeom prst="rect">
            <a:avLst/>
          </a:prstGeom>
        </p:spPr>
        <p:txBody>
          <a:bodyPr anchor="b"/>
          <a:lstStyle>
            <a:lvl1pPr marL="0" indent="0">
              <a:lnSpc>
                <a:spcPct val="100000"/>
              </a:lnSpc>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19" name="Picture Placeholder 8">
            <a:extLst>
              <a:ext uri="{FF2B5EF4-FFF2-40B4-BE49-F238E27FC236}">
                <a16:creationId xmlns:a16="http://schemas.microsoft.com/office/drawing/2014/main" id="{D48D6F0D-D57D-6553-4A03-751D94741FDE}"/>
              </a:ext>
            </a:extLst>
          </p:cNvPr>
          <p:cNvSpPr>
            <a:spLocks noGrp="1"/>
          </p:cNvSpPr>
          <p:nvPr>
            <p:ph type="pic" sz="quarter" idx="17"/>
          </p:nvPr>
        </p:nvSpPr>
        <p:spPr>
          <a:xfrm>
            <a:off x="6403137" y="2112623"/>
            <a:ext cx="1225194" cy="1225194"/>
          </a:xfrm>
          <a:prstGeom prst="ellipse">
            <a:avLst/>
          </a:prstGeom>
          <a:solidFill>
            <a:schemeClr val="bg1">
              <a:lumMod val="90000"/>
            </a:schemeClr>
          </a:solidFill>
        </p:spPr>
        <p:txBody>
          <a:bodyPr/>
          <a:lstStyle>
            <a:lvl1pPr>
              <a:lnSpc>
                <a:spcPct val="100000"/>
              </a:lnSpc>
              <a:defRPr/>
            </a:lvl1pPr>
          </a:lstStyle>
          <a:p>
            <a:r>
              <a:rPr lang="en-US"/>
              <a:t>Click icon to add picture</a:t>
            </a:r>
            <a:endParaRPr lang="en-US" dirty="0"/>
          </a:p>
        </p:txBody>
      </p:sp>
      <p:sp>
        <p:nvSpPr>
          <p:cNvPr id="20" name="Text Placeholder 14">
            <a:extLst>
              <a:ext uri="{FF2B5EF4-FFF2-40B4-BE49-F238E27FC236}">
                <a16:creationId xmlns:a16="http://schemas.microsoft.com/office/drawing/2014/main" id="{9C365B9C-254A-6123-EB27-B66C0C817867}"/>
              </a:ext>
            </a:extLst>
          </p:cNvPr>
          <p:cNvSpPr>
            <a:spLocks noGrp="1"/>
          </p:cNvSpPr>
          <p:nvPr>
            <p:ph type="body" sz="quarter" idx="18" hasCustomPrompt="1"/>
          </p:nvPr>
        </p:nvSpPr>
        <p:spPr>
          <a:xfrm>
            <a:off x="7931652" y="2648027"/>
            <a:ext cx="3349374" cy="867086"/>
          </a:xfrm>
          <a:prstGeom prst="rect">
            <a:avLst/>
          </a:prstGeom>
        </p:spPr>
        <p:txBody>
          <a:bodyPr/>
          <a:lstStyle>
            <a:lvl1pPr marL="0" indent="0" algn="l">
              <a:lnSpc>
                <a:spcPct val="100000"/>
              </a:lnSpc>
              <a:buNone/>
              <a:defRPr lang="en-US" sz="1400" b="0" i="0" smtClean="0">
                <a:effectLst/>
                <a:latin typeface="Roboto Medium" panose="02000000000000000000" pitchFamily="2" charset="0"/>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b="0" i="0" dirty="0">
                <a:solidFill>
                  <a:srgbClr val="000000"/>
                </a:solidFill>
                <a:effectLst/>
                <a:latin typeface="Open Sans" panose="020B0606030504020204" pitchFamily="34" charset="0"/>
              </a:rPr>
              <a:t>Lorem ipsum dolor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consectetur</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adipiscing</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elit</a:t>
            </a:r>
            <a:r>
              <a:rPr lang="en-US" b="0" i="0" dirty="0">
                <a:solidFill>
                  <a:srgbClr val="000000"/>
                </a:solidFill>
                <a:effectLst/>
                <a:latin typeface="Open Sans" panose="020B0606030504020204" pitchFamily="34" charset="0"/>
              </a:rPr>
              <a:t>. Proin vitae ligula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quam</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pellentesque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placerat</a:t>
            </a:r>
            <a:r>
              <a:rPr lang="en-US" b="0" i="0" dirty="0">
                <a:solidFill>
                  <a:srgbClr val="000000"/>
                </a:solidFill>
                <a:effectLst/>
                <a:latin typeface="Open Sans" panose="020B0606030504020204" pitchFamily="34" charset="0"/>
              </a:rPr>
              <a:t> id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a:t>
            </a:r>
            <a:endParaRPr lang="en-US" dirty="0"/>
          </a:p>
        </p:txBody>
      </p:sp>
      <p:sp>
        <p:nvSpPr>
          <p:cNvPr id="21" name="Text Placeholder 10">
            <a:extLst>
              <a:ext uri="{FF2B5EF4-FFF2-40B4-BE49-F238E27FC236}">
                <a16:creationId xmlns:a16="http://schemas.microsoft.com/office/drawing/2014/main" id="{EB7B85D6-05DB-E496-3160-843BB67E1EB1}"/>
              </a:ext>
            </a:extLst>
          </p:cNvPr>
          <p:cNvSpPr>
            <a:spLocks noGrp="1"/>
          </p:cNvSpPr>
          <p:nvPr>
            <p:ph type="body" sz="quarter" idx="19"/>
          </p:nvPr>
        </p:nvSpPr>
        <p:spPr>
          <a:xfrm>
            <a:off x="7931899" y="1784350"/>
            <a:ext cx="3349625" cy="692150"/>
          </a:xfrm>
          <a:prstGeom prst="rect">
            <a:avLst/>
          </a:prstGeom>
        </p:spPr>
        <p:txBody>
          <a:bodyPr anchor="b"/>
          <a:lstStyle>
            <a:lvl1pPr marL="0" indent="0">
              <a:lnSpc>
                <a:spcPct val="100000"/>
              </a:lnSpc>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6" name="Picture Placeholder 8">
            <a:extLst>
              <a:ext uri="{FF2B5EF4-FFF2-40B4-BE49-F238E27FC236}">
                <a16:creationId xmlns:a16="http://schemas.microsoft.com/office/drawing/2014/main" id="{3C421BCD-C19C-780C-6889-7E1D798990BE}"/>
              </a:ext>
            </a:extLst>
          </p:cNvPr>
          <p:cNvSpPr>
            <a:spLocks noGrp="1"/>
          </p:cNvSpPr>
          <p:nvPr>
            <p:ph type="pic" sz="quarter" idx="20"/>
          </p:nvPr>
        </p:nvSpPr>
        <p:spPr>
          <a:xfrm>
            <a:off x="906463" y="4450040"/>
            <a:ext cx="1225194" cy="1225194"/>
          </a:xfrm>
          <a:prstGeom prst="ellipse">
            <a:avLst/>
          </a:prstGeom>
          <a:solidFill>
            <a:schemeClr val="bg1">
              <a:lumMod val="90000"/>
            </a:schemeClr>
          </a:solidFill>
        </p:spPr>
        <p:txBody>
          <a:bodyPr/>
          <a:lstStyle>
            <a:lvl1pPr>
              <a:lnSpc>
                <a:spcPct val="100000"/>
              </a:lnSpc>
              <a:defRPr/>
            </a:lvl1pPr>
          </a:lstStyle>
          <a:p>
            <a:r>
              <a:rPr lang="en-US"/>
              <a:t>Click icon to add picture</a:t>
            </a:r>
            <a:endParaRPr lang="en-US" dirty="0"/>
          </a:p>
        </p:txBody>
      </p:sp>
      <p:sp>
        <p:nvSpPr>
          <p:cNvPr id="27" name="Text Placeholder 14">
            <a:extLst>
              <a:ext uri="{FF2B5EF4-FFF2-40B4-BE49-F238E27FC236}">
                <a16:creationId xmlns:a16="http://schemas.microsoft.com/office/drawing/2014/main" id="{943CA379-A81D-A748-A48D-B2AF0FC253AD}"/>
              </a:ext>
            </a:extLst>
          </p:cNvPr>
          <p:cNvSpPr>
            <a:spLocks noGrp="1"/>
          </p:cNvSpPr>
          <p:nvPr>
            <p:ph type="body" sz="quarter" idx="21" hasCustomPrompt="1"/>
          </p:nvPr>
        </p:nvSpPr>
        <p:spPr>
          <a:xfrm>
            <a:off x="2434978" y="4985444"/>
            <a:ext cx="3349374" cy="867086"/>
          </a:xfrm>
          <a:prstGeom prst="rect">
            <a:avLst/>
          </a:prstGeom>
        </p:spPr>
        <p:txBody>
          <a:bodyPr/>
          <a:lstStyle>
            <a:lvl1pPr marL="0" indent="0" algn="l">
              <a:lnSpc>
                <a:spcPct val="100000"/>
              </a:lnSpc>
              <a:buNone/>
              <a:defRPr lang="en-US" sz="1400" b="0" i="0" smtClean="0">
                <a:effectLst/>
                <a:latin typeface="Roboto Medium" panose="02000000000000000000" pitchFamily="2" charset="0"/>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b="0" i="0" dirty="0">
                <a:solidFill>
                  <a:srgbClr val="000000"/>
                </a:solidFill>
                <a:effectLst/>
                <a:latin typeface="Open Sans" panose="020B0606030504020204" pitchFamily="34" charset="0"/>
              </a:rPr>
              <a:t>Lorem ipsum dolor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consectetur</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adipiscing</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elit</a:t>
            </a:r>
            <a:r>
              <a:rPr lang="en-US" b="0" i="0" dirty="0">
                <a:solidFill>
                  <a:srgbClr val="000000"/>
                </a:solidFill>
                <a:effectLst/>
                <a:latin typeface="Open Sans" panose="020B0606030504020204" pitchFamily="34" charset="0"/>
              </a:rPr>
              <a:t>. Proin vitae ligula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quam</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pellentesque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placerat</a:t>
            </a:r>
            <a:r>
              <a:rPr lang="en-US" b="0" i="0" dirty="0">
                <a:solidFill>
                  <a:srgbClr val="000000"/>
                </a:solidFill>
                <a:effectLst/>
                <a:latin typeface="Open Sans" panose="020B0606030504020204" pitchFamily="34" charset="0"/>
              </a:rPr>
              <a:t> id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a:t>
            </a:r>
            <a:endParaRPr lang="en-US" dirty="0"/>
          </a:p>
        </p:txBody>
      </p:sp>
      <p:sp>
        <p:nvSpPr>
          <p:cNvPr id="28" name="Text Placeholder 10">
            <a:extLst>
              <a:ext uri="{FF2B5EF4-FFF2-40B4-BE49-F238E27FC236}">
                <a16:creationId xmlns:a16="http://schemas.microsoft.com/office/drawing/2014/main" id="{61748C41-FA5A-BB38-EE48-495209DB4AE8}"/>
              </a:ext>
            </a:extLst>
          </p:cNvPr>
          <p:cNvSpPr>
            <a:spLocks noGrp="1"/>
          </p:cNvSpPr>
          <p:nvPr>
            <p:ph type="body" sz="quarter" idx="22"/>
          </p:nvPr>
        </p:nvSpPr>
        <p:spPr>
          <a:xfrm>
            <a:off x="2435225" y="4121767"/>
            <a:ext cx="3349625" cy="692150"/>
          </a:xfrm>
          <a:prstGeom prst="rect">
            <a:avLst/>
          </a:prstGeom>
        </p:spPr>
        <p:txBody>
          <a:bodyPr anchor="b"/>
          <a:lstStyle>
            <a:lvl1pPr marL="0" indent="0">
              <a:lnSpc>
                <a:spcPct val="100000"/>
              </a:lnSpc>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9" name="Picture Placeholder 8">
            <a:extLst>
              <a:ext uri="{FF2B5EF4-FFF2-40B4-BE49-F238E27FC236}">
                <a16:creationId xmlns:a16="http://schemas.microsoft.com/office/drawing/2014/main" id="{7DB6323C-FB83-B647-E7B2-C1BA333E0B7E}"/>
              </a:ext>
            </a:extLst>
          </p:cNvPr>
          <p:cNvSpPr>
            <a:spLocks noGrp="1"/>
          </p:cNvSpPr>
          <p:nvPr>
            <p:ph type="pic" sz="quarter" idx="23"/>
          </p:nvPr>
        </p:nvSpPr>
        <p:spPr>
          <a:xfrm>
            <a:off x="6403137" y="4450040"/>
            <a:ext cx="1225194" cy="1225194"/>
          </a:xfrm>
          <a:prstGeom prst="ellipse">
            <a:avLst/>
          </a:prstGeom>
          <a:solidFill>
            <a:schemeClr val="bg1">
              <a:lumMod val="90000"/>
            </a:schemeClr>
          </a:solidFill>
        </p:spPr>
        <p:txBody>
          <a:bodyPr/>
          <a:lstStyle>
            <a:lvl1pPr>
              <a:lnSpc>
                <a:spcPct val="100000"/>
              </a:lnSpc>
              <a:defRPr/>
            </a:lvl1pPr>
          </a:lstStyle>
          <a:p>
            <a:r>
              <a:rPr lang="en-US"/>
              <a:t>Click icon to add picture</a:t>
            </a:r>
            <a:endParaRPr lang="en-US" dirty="0"/>
          </a:p>
        </p:txBody>
      </p:sp>
      <p:sp>
        <p:nvSpPr>
          <p:cNvPr id="30" name="Text Placeholder 14">
            <a:extLst>
              <a:ext uri="{FF2B5EF4-FFF2-40B4-BE49-F238E27FC236}">
                <a16:creationId xmlns:a16="http://schemas.microsoft.com/office/drawing/2014/main" id="{1305CFEE-E86C-699B-2D95-75DEDC338C03}"/>
              </a:ext>
            </a:extLst>
          </p:cNvPr>
          <p:cNvSpPr>
            <a:spLocks noGrp="1"/>
          </p:cNvSpPr>
          <p:nvPr>
            <p:ph type="body" sz="quarter" idx="24" hasCustomPrompt="1"/>
          </p:nvPr>
        </p:nvSpPr>
        <p:spPr>
          <a:xfrm>
            <a:off x="7931652" y="4985444"/>
            <a:ext cx="3349374" cy="867086"/>
          </a:xfrm>
          <a:prstGeom prst="rect">
            <a:avLst/>
          </a:prstGeom>
        </p:spPr>
        <p:txBody>
          <a:bodyPr/>
          <a:lstStyle>
            <a:lvl1pPr marL="0" indent="0" algn="l">
              <a:lnSpc>
                <a:spcPct val="100000"/>
              </a:lnSpc>
              <a:buNone/>
              <a:defRPr lang="en-US" sz="1400" b="0" i="0" smtClean="0">
                <a:effectLst/>
                <a:latin typeface="Roboto Medium" panose="02000000000000000000" pitchFamily="2" charset="0"/>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b="0" i="0" dirty="0">
                <a:solidFill>
                  <a:srgbClr val="000000"/>
                </a:solidFill>
                <a:effectLst/>
                <a:latin typeface="Open Sans" panose="020B0606030504020204" pitchFamily="34" charset="0"/>
              </a:rPr>
              <a:t>Lorem ipsum dolor sit </a:t>
            </a:r>
            <a:r>
              <a:rPr lang="en-US" b="0" i="0" dirty="0" err="1">
                <a:solidFill>
                  <a:srgbClr val="000000"/>
                </a:solidFill>
                <a:effectLst/>
                <a:latin typeface="Open Sans" panose="020B0606030504020204" pitchFamily="34" charset="0"/>
              </a:rPr>
              <a:t>amet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consectetur</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adipiscing</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elit</a:t>
            </a:r>
            <a:r>
              <a:rPr lang="en-US" b="0" i="0" dirty="0">
                <a:solidFill>
                  <a:srgbClr val="000000"/>
                </a:solidFill>
                <a:effectLst/>
                <a:latin typeface="Open Sans" panose="020B0606030504020204" pitchFamily="34" charset="0"/>
              </a:rPr>
              <a:t>. Proin vitae ligula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quam</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pellentesque</a:t>
            </a:r>
            <a:r>
              <a:rPr lang="en-US" b="0" i="0" dirty="0">
                <a:solidFill>
                  <a:srgbClr val="000000"/>
                </a:solidFill>
                <a:effectLst/>
                <a:latin typeface="Open Sans" panose="020B0606030504020204" pitchFamily="34" charset="0"/>
              </a:rPr>
              <a:t> </a:t>
            </a:r>
            <a:r>
              <a:rPr lang="en-US" b="0" i="0" dirty="0" err="1">
                <a:solidFill>
                  <a:srgbClr val="000000"/>
                </a:solidFill>
                <a:effectLst/>
                <a:latin typeface="Open Sans" panose="020B0606030504020204" pitchFamily="34" charset="0"/>
              </a:rPr>
              <a:t>placerat</a:t>
            </a:r>
            <a:r>
              <a:rPr lang="en-US" b="0" i="0" dirty="0">
                <a:solidFill>
                  <a:srgbClr val="000000"/>
                </a:solidFill>
                <a:effectLst/>
                <a:latin typeface="Open Sans" panose="020B0606030504020204" pitchFamily="34" charset="0"/>
              </a:rPr>
              <a:t> id </a:t>
            </a:r>
            <a:r>
              <a:rPr lang="en-US" b="0" i="0" dirty="0" err="1">
                <a:solidFill>
                  <a:srgbClr val="000000"/>
                </a:solidFill>
                <a:effectLst/>
                <a:latin typeface="Open Sans" panose="020B0606030504020204" pitchFamily="34" charset="0"/>
              </a:rPr>
              <a:t>eget</a:t>
            </a:r>
            <a:r>
              <a:rPr lang="en-US" b="0" i="0" dirty="0">
                <a:solidFill>
                  <a:srgbClr val="000000"/>
                </a:solidFill>
                <a:effectLst/>
                <a:latin typeface="Open Sans" panose="020B0606030504020204" pitchFamily="34" charset="0"/>
              </a:rPr>
              <a:t>.</a:t>
            </a:r>
            <a:endParaRPr lang="en-US" dirty="0"/>
          </a:p>
        </p:txBody>
      </p:sp>
      <p:sp>
        <p:nvSpPr>
          <p:cNvPr id="31" name="Text Placeholder 10">
            <a:extLst>
              <a:ext uri="{FF2B5EF4-FFF2-40B4-BE49-F238E27FC236}">
                <a16:creationId xmlns:a16="http://schemas.microsoft.com/office/drawing/2014/main" id="{65355E82-D09F-DDEE-C400-B7844E857FF0}"/>
              </a:ext>
            </a:extLst>
          </p:cNvPr>
          <p:cNvSpPr>
            <a:spLocks noGrp="1"/>
          </p:cNvSpPr>
          <p:nvPr>
            <p:ph type="body" sz="quarter" idx="25"/>
          </p:nvPr>
        </p:nvSpPr>
        <p:spPr>
          <a:xfrm>
            <a:off x="7931899" y="4121767"/>
            <a:ext cx="3349625" cy="692150"/>
          </a:xfrm>
          <a:prstGeom prst="rect">
            <a:avLst/>
          </a:prstGeom>
        </p:spPr>
        <p:txBody>
          <a:bodyPr anchor="b"/>
          <a:lstStyle>
            <a:lvl1pPr marL="0" indent="0">
              <a:lnSpc>
                <a:spcPct val="100000"/>
              </a:lnSpc>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Tree>
    <p:extLst>
      <p:ext uri="{BB962C8B-B14F-4D97-AF65-F5344CB8AC3E}">
        <p14:creationId xmlns:p14="http://schemas.microsoft.com/office/powerpoint/2010/main" val="2326499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 Bar - Text - Bullet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B678AC-B014-160E-3C9D-B23E36C23CC6}"/>
              </a:ext>
            </a:extLst>
          </p:cNvPr>
          <p:cNvSpPr>
            <a:spLocks noGrp="1"/>
          </p:cNvSpPr>
          <p:nvPr>
            <p:ph idx="1"/>
          </p:nvPr>
        </p:nvSpPr>
        <p:spPr>
          <a:xfrm>
            <a:off x="838200" y="1825625"/>
            <a:ext cx="10515600" cy="4351338"/>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C07AE9F8-49D3-E9E9-A82A-D68F56EA7351}"/>
              </a:ext>
            </a:extLst>
          </p:cNvPr>
          <p:cNvSpPr>
            <a:spLocks noGrp="1"/>
          </p:cNvSpPr>
          <p:nvPr>
            <p:ph type="title"/>
          </p:nvPr>
        </p:nvSpPr>
        <p:spPr>
          <a:xfrm>
            <a:off x="838200" y="801757"/>
            <a:ext cx="10515600" cy="888931"/>
          </a:xfrm>
          <a:prstGeom prst="rect">
            <a:avLst/>
          </a:prstGeom>
        </p:spPr>
        <p:txBody>
          <a:bodyPr vert="horz" lIns="91440" tIns="45720" rIns="91440" bIns="45720" rtlCol="0" anchor="t">
            <a:noAutofit/>
          </a:bodyPr>
          <a:lstStyle>
            <a:lvl1pPr>
              <a:lnSpc>
                <a:spcPct val="100000"/>
              </a:lnSpc>
              <a:defRPr sz="3800"/>
            </a:lvl1pPr>
          </a:lstStyle>
          <a:p>
            <a:r>
              <a:rPr lang="en-US"/>
              <a:t>Click to edit Master title style</a:t>
            </a:r>
            <a:endParaRPr lang="en-US" dirty="0"/>
          </a:p>
        </p:txBody>
      </p:sp>
    </p:spTree>
    <p:extLst>
      <p:ext uri="{BB962C8B-B14F-4D97-AF65-F5344CB8AC3E}">
        <p14:creationId xmlns:p14="http://schemas.microsoft.com/office/powerpoint/2010/main" val="22002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 Bar - 2 rows - Bullet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C1784-E834-EF9D-939B-83815B6B58B6}"/>
              </a:ext>
            </a:extLst>
          </p:cNvPr>
          <p:cNvSpPr>
            <a:spLocks noGrp="1"/>
          </p:cNvSpPr>
          <p:nvPr>
            <p:ph sz="half" idx="1"/>
          </p:nvPr>
        </p:nvSpPr>
        <p:spPr>
          <a:xfrm>
            <a:off x="838200" y="1825625"/>
            <a:ext cx="5181600" cy="4351338"/>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1FFFE7C-616B-4D48-DA82-34BF371704D7}"/>
              </a:ext>
            </a:extLst>
          </p:cNvPr>
          <p:cNvSpPr>
            <a:spLocks noGrp="1"/>
          </p:cNvSpPr>
          <p:nvPr>
            <p:ph sz="half" idx="2"/>
          </p:nvPr>
        </p:nvSpPr>
        <p:spPr>
          <a:xfrm>
            <a:off x="6172200" y="1825625"/>
            <a:ext cx="5181600" cy="4351338"/>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Placeholder 1">
            <a:extLst>
              <a:ext uri="{FF2B5EF4-FFF2-40B4-BE49-F238E27FC236}">
                <a16:creationId xmlns:a16="http://schemas.microsoft.com/office/drawing/2014/main" id="{BA39F42C-340B-C411-6412-B0EF46B648DE}"/>
              </a:ext>
            </a:extLst>
          </p:cNvPr>
          <p:cNvSpPr>
            <a:spLocks noGrp="1"/>
          </p:cNvSpPr>
          <p:nvPr>
            <p:ph type="title"/>
          </p:nvPr>
        </p:nvSpPr>
        <p:spPr>
          <a:xfrm>
            <a:off x="838200" y="801757"/>
            <a:ext cx="10515600" cy="888931"/>
          </a:xfrm>
          <a:prstGeom prst="rect">
            <a:avLst/>
          </a:prstGeom>
        </p:spPr>
        <p:txBody>
          <a:bodyPr vert="horz" lIns="91440" tIns="45720" rIns="91440" bIns="45720" rtlCol="0" anchor="t">
            <a:noAutofit/>
          </a:bodyPr>
          <a:lstStyle>
            <a:lvl1pPr>
              <a:lnSpc>
                <a:spcPct val="100000"/>
              </a:lnSpc>
              <a:defRPr sz="3800"/>
            </a:lvl1pPr>
          </a:lstStyle>
          <a:p>
            <a:r>
              <a:rPr lang="en-US"/>
              <a:t>Click to edit Master title style</a:t>
            </a:r>
            <a:endParaRPr lang="en-US" dirty="0"/>
          </a:p>
        </p:txBody>
      </p:sp>
    </p:spTree>
    <p:extLst>
      <p:ext uri="{BB962C8B-B14F-4D97-AF65-F5344CB8AC3E}">
        <p14:creationId xmlns:p14="http://schemas.microsoft.com/office/powerpoint/2010/main" val="4048668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 Bar - Char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EF1B5E2-8815-CCCB-F574-161B5792F485}"/>
              </a:ext>
            </a:extLst>
          </p:cNvPr>
          <p:cNvSpPr>
            <a:spLocks noGrp="1"/>
          </p:cNvSpPr>
          <p:nvPr>
            <p:ph type="title"/>
          </p:nvPr>
        </p:nvSpPr>
        <p:spPr>
          <a:xfrm>
            <a:off x="838200" y="801758"/>
            <a:ext cx="10515600" cy="682798"/>
          </a:xfrm>
          <a:prstGeom prst="rect">
            <a:avLst/>
          </a:prstGeom>
        </p:spPr>
        <p:txBody>
          <a:bodyPr/>
          <a:lstStyle>
            <a:lvl1pPr>
              <a:lnSpc>
                <a:spcPct val="100000"/>
              </a:lnSpc>
              <a:defRPr/>
            </a:lvl1pPr>
          </a:lstStyle>
          <a:p>
            <a:r>
              <a:rPr lang="en-US"/>
              <a:t>Click to edit Master title style</a:t>
            </a:r>
            <a:endParaRPr lang="en-US" dirty="0"/>
          </a:p>
        </p:txBody>
      </p:sp>
      <p:sp>
        <p:nvSpPr>
          <p:cNvPr id="7" name="Chart Placeholder 6">
            <a:extLst>
              <a:ext uri="{FF2B5EF4-FFF2-40B4-BE49-F238E27FC236}">
                <a16:creationId xmlns:a16="http://schemas.microsoft.com/office/drawing/2014/main" id="{5F5CA7B9-5850-5DC2-B7E7-9393FC7DC942}"/>
              </a:ext>
            </a:extLst>
          </p:cNvPr>
          <p:cNvSpPr>
            <a:spLocks noGrp="1"/>
          </p:cNvSpPr>
          <p:nvPr>
            <p:ph type="chart" sz="quarter" idx="10"/>
          </p:nvPr>
        </p:nvSpPr>
        <p:spPr>
          <a:xfrm>
            <a:off x="838200" y="1849368"/>
            <a:ext cx="10515600" cy="4206875"/>
          </a:xfrm>
          <a:prstGeom prst="rect">
            <a:avLst/>
          </a:prstGeom>
        </p:spPr>
        <p:txBody>
          <a:bodyPr/>
          <a:lstStyle>
            <a:lvl1pPr>
              <a:lnSpc>
                <a:spcPct val="100000"/>
              </a:lnSpc>
              <a:defRPr/>
            </a:lvl1pPr>
          </a:lstStyle>
          <a:p>
            <a:r>
              <a:rPr lang="en-US"/>
              <a:t>Click icon to add chart</a:t>
            </a:r>
          </a:p>
        </p:txBody>
      </p:sp>
    </p:spTree>
    <p:extLst>
      <p:ext uri="{BB962C8B-B14F-4D97-AF65-F5344CB8AC3E}">
        <p14:creationId xmlns:p14="http://schemas.microsoft.com/office/powerpoint/2010/main" val="421178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 Bar - Chart w/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EF1B5E2-8815-CCCB-F574-161B5792F485}"/>
              </a:ext>
            </a:extLst>
          </p:cNvPr>
          <p:cNvSpPr>
            <a:spLocks noGrp="1"/>
          </p:cNvSpPr>
          <p:nvPr>
            <p:ph type="title"/>
          </p:nvPr>
        </p:nvSpPr>
        <p:spPr>
          <a:xfrm>
            <a:off x="838200" y="801758"/>
            <a:ext cx="10515600" cy="682798"/>
          </a:xfrm>
          <a:prstGeom prst="rect">
            <a:avLst/>
          </a:prstGeom>
        </p:spPr>
        <p:txBody>
          <a:bodyPr/>
          <a:lstStyle>
            <a:lvl1pPr>
              <a:lnSpc>
                <a:spcPct val="100000"/>
              </a:lnSpc>
              <a:defRPr/>
            </a:lvl1pPr>
          </a:lstStyle>
          <a:p>
            <a:r>
              <a:rPr lang="en-US"/>
              <a:t>Click to edit Master title style</a:t>
            </a:r>
            <a:endParaRPr lang="en-US" dirty="0"/>
          </a:p>
        </p:txBody>
      </p:sp>
      <p:sp>
        <p:nvSpPr>
          <p:cNvPr id="7" name="Chart Placeholder 6">
            <a:extLst>
              <a:ext uri="{FF2B5EF4-FFF2-40B4-BE49-F238E27FC236}">
                <a16:creationId xmlns:a16="http://schemas.microsoft.com/office/drawing/2014/main" id="{5F5CA7B9-5850-5DC2-B7E7-9393FC7DC942}"/>
              </a:ext>
            </a:extLst>
          </p:cNvPr>
          <p:cNvSpPr>
            <a:spLocks noGrp="1"/>
          </p:cNvSpPr>
          <p:nvPr>
            <p:ph type="chart" sz="quarter" idx="10"/>
          </p:nvPr>
        </p:nvSpPr>
        <p:spPr>
          <a:xfrm>
            <a:off x="5261956" y="1849368"/>
            <a:ext cx="6091844" cy="4206875"/>
          </a:xfrm>
          <a:prstGeom prst="rect">
            <a:avLst/>
          </a:prstGeom>
        </p:spPr>
        <p:txBody>
          <a:bodyPr/>
          <a:lstStyle>
            <a:lvl1pPr>
              <a:lnSpc>
                <a:spcPct val="100000"/>
              </a:lnSpc>
              <a:defRPr/>
            </a:lvl1pPr>
          </a:lstStyle>
          <a:p>
            <a:r>
              <a:rPr lang="en-US"/>
              <a:t>Click icon to add chart</a:t>
            </a:r>
          </a:p>
        </p:txBody>
      </p:sp>
      <p:sp>
        <p:nvSpPr>
          <p:cNvPr id="2" name="Text Placeholder 2">
            <a:extLst>
              <a:ext uri="{FF2B5EF4-FFF2-40B4-BE49-F238E27FC236}">
                <a16:creationId xmlns:a16="http://schemas.microsoft.com/office/drawing/2014/main" id="{69F1A2E7-EB43-6099-408F-E94DBDA8BB46}"/>
              </a:ext>
            </a:extLst>
          </p:cNvPr>
          <p:cNvSpPr>
            <a:spLocks noGrp="1"/>
          </p:cNvSpPr>
          <p:nvPr>
            <p:ph idx="1"/>
          </p:nvPr>
        </p:nvSpPr>
        <p:spPr>
          <a:xfrm>
            <a:off x="838200" y="1825625"/>
            <a:ext cx="4224251" cy="4230617"/>
          </a:xfrm>
          <a:prstGeom prst="rect">
            <a:avLst/>
          </a:prstGeom>
        </p:spPr>
        <p:txBody>
          <a:bodyPr vert="horz" lIns="91440" tIns="45720" rIns="91440" bIns="45720" rtlCol="0">
            <a:noAutofit/>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04593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 Bar - Tab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EF1B5E2-8815-CCCB-F574-161B5792F485}"/>
              </a:ext>
            </a:extLst>
          </p:cNvPr>
          <p:cNvSpPr>
            <a:spLocks noGrp="1"/>
          </p:cNvSpPr>
          <p:nvPr>
            <p:ph type="title"/>
          </p:nvPr>
        </p:nvSpPr>
        <p:spPr>
          <a:xfrm>
            <a:off x="838200" y="801758"/>
            <a:ext cx="10515600" cy="682798"/>
          </a:xfrm>
          <a:prstGeom prst="rect">
            <a:avLst/>
          </a:prstGeom>
        </p:spPr>
        <p:txBody>
          <a:bodyPr/>
          <a:lstStyle>
            <a:lvl1pPr>
              <a:lnSpc>
                <a:spcPct val="100000"/>
              </a:lnSpc>
              <a:defRPr/>
            </a:lvl1pPr>
          </a:lstStyle>
          <a:p>
            <a:r>
              <a:rPr lang="en-US"/>
              <a:t>Click to edit Master title style</a:t>
            </a:r>
            <a:endParaRPr lang="en-US" dirty="0"/>
          </a:p>
        </p:txBody>
      </p:sp>
      <p:sp>
        <p:nvSpPr>
          <p:cNvPr id="4" name="Table Placeholder 2">
            <a:extLst>
              <a:ext uri="{FF2B5EF4-FFF2-40B4-BE49-F238E27FC236}">
                <a16:creationId xmlns:a16="http://schemas.microsoft.com/office/drawing/2014/main" id="{E9111F51-291E-958A-C55C-69136ADA6EB2}"/>
              </a:ext>
            </a:extLst>
          </p:cNvPr>
          <p:cNvSpPr>
            <a:spLocks noGrp="1"/>
          </p:cNvSpPr>
          <p:nvPr>
            <p:ph type="tbl" sz="quarter" idx="11"/>
          </p:nvPr>
        </p:nvSpPr>
        <p:spPr>
          <a:xfrm>
            <a:off x="838200" y="1849438"/>
            <a:ext cx="10515600" cy="4206875"/>
          </a:xfrm>
          <a:prstGeom prst="rect">
            <a:avLst/>
          </a:prstGeom>
        </p:spPr>
        <p:txBody>
          <a:bodyPr/>
          <a:lstStyle>
            <a:lvl1pPr>
              <a:lnSpc>
                <a:spcPct val="100000"/>
              </a:lnSpc>
              <a:defRPr/>
            </a:lvl1pPr>
          </a:lstStyle>
          <a:p>
            <a:r>
              <a:rPr lang="en-US"/>
              <a:t>Click icon to add table</a:t>
            </a:r>
          </a:p>
        </p:txBody>
      </p:sp>
    </p:spTree>
    <p:extLst>
      <p:ext uri="{BB962C8B-B14F-4D97-AF65-F5344CB8AC3E}">
        <p14:creationId xmlns:p14="http://schemas.microsoft.com/office/powerpoint/2010/main" val="2750485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p Bar - Photo Collage">
    <p:spTree>
      <p:nvGrpSpPr>
        <p:cNvPr id="1" name=""/>
        <p:cNvGrpSpPr/>
        <p:nvPr/>
      </p:nvGrpSpPr>
      <p:grpSpPr>
        <a:xfrm>
          <a:off x="0" y="0"/>
          <a:ext cx="0" cy="0"/>
          <a:chOff x="0" y="0"/>
          <a:chExt cx="0" cy="0"/>
        </a:xfrm>
      </p:grpSpPr>
      <p:sp>
        <p:nvSpPr>
          <p:cNvPr id="2" name="Picture Placeholder 16">
            <a:extLst>
              <a:ext uri="{FF2B5EF4-FFF2-40B4-BE49-F238E27FC236}">
                <a16:creationId xmlns:a16="http://schemas.microsoft.com/office/drawing/2014/main" id="{69D41304-9BE1-BEC4-931D-0366E5F9F34E}"/>
              </a:ext>
            </a:extLst>
          </p:cNvPr>
          <p:cNvSpPr>
            <a:spLocks noGrp="1"/>
          </p:cNvSpPr>
          <p:nvPr>
            <p:ph type="pic" sz="quarter" idx="12"/>
          </p:nvPr>
        </p:nvSpPr>
        <p:spPr>
          <a:xfrm>
            <a:off x="330834" y="752432"/>
            <a:ext cx="4075141" cy="2567520"/>
          </a:xfrm>
          <a:prstGeom prst="rect">
            <a:avLst/>
          </a:prstGeom>
        </p:spPr>
        <p:txBody>
          <a:bodyPr/>
          <a:lstStyle>
            <a:lvl1pPr>
              <a:lnSpc>
                <a:spcPct val="100000"/>
              </a:lnSpc>
              <a:defRPr/>
            </a:lvl1pPr>
          </a:lstStyle>
          <a:p>
            <a:r>
              <a:rPr lang="en-US"/>
              <a:t>Click icon to add picture</a:t>
            </a:r>
          </a:p>
        </p:txBody>
      </p:sp>
      <p:sp>
        <p:nvSpPr>
          <p:cNvPr id="3" name="Picture Placeholder 16">
            <a:extLst>
              <a:ext uri="{FF2B5EF4-FFF2-40B4-BE49-F238E27FC236}">
                <a16:creationId xmlns:a16="http://schemas.microsoft.com/office/drawing/2014/main" id="{A4E71FF2-6FD0-FCE6-55F5-2BFB12D15FC7}"/>
              </a:ext>
            </a:extLst>
          </p:cNvPr>
          <p:cNvSpPr>
            <a:spLocks noGrp="1"/>
          </p:cNvSpPr>
          <p:nvPr>
            <p:ph type="pic" sz="quarter" idx="13"/>
          </p:nvPr>
        </p:nvSpPr>
        <p:spPr>
          <a:xfrm>
            <a:off x="4516244" y="752432"/>
            <a:ext cx="4075141" cy="2567520"/>
          </a:xfrm>
          <a:prstGeom prst="rect">
            <a:avLst/>
          </a:prstGeom>
        </p:spPr>
        <p:txBody>
          <a:bodyPr/>
          <a:lstStyle>
            <a:lvl1pPr>
              <a:lnSpc>
                <a:spcPct val="100000"/>
              </a:lnSpc>
              <a:defRPr/>
            </a:lvl1pPr>
          </a:lstStyle>
          <a:p>
            <a:r>
              <a:rPr lang="en-US"/>
              <a:t>Click icon to add picture</a:t>
            </a:r>
          </a:p>
        </p:txBody>
      </p:sp>
      <p:sp>
        <p:nvSpPr>
          <p:cNvPr id="4" name="Picture Placeholder 16">
            <a:extLst>
              <a:ext uri="{FF2B5EF4-FFF2-40B4-BE49-F238E27FC236}">
                <a16:creationId xmlns:a16="http://schemas.microsoft.com/office/drawing/2014/main" id="{BEE143AF-651F-B3CB-FD52-1069C739302A}"/>
              </a:ext>
            </a:extLst>
          </p:cNvPr>
          <p:cNvSpPr>
            <a:spLocks noGrp="1"/>
          </p:cNvSpPr>
          <p:nvPr>
            <p:ph type="pic" sz="quarter" idx="14"/>
          </p:nvPr>
        </p:nvSpPr>
        <p:spPr>
          <a:xfrm>
            <a:off x="5905797" y="3416446"/>
            <a:ext cx="2685588" cy="2773290"/>
          </a:xfrm>
          <a:prstGeom prst="rect">
            <a:avLst/>
          </a:prstGeom>
        </p:spPr>
        <p:txBody>
          <a:bodyPr/>
          <a:lstStyle>
            <a:lvl1pPr>
              <a:lnSpc>
                <a:spcPct val="100000"/>
              </a:lnSpc>
              <a:defRPr/>
            </a:lvl1pPr>
          </a:lstStyle>
          <a:p>
            <a:r>
              <a:rPr lang="en-US"/>
              <a:t>Click icon to add picture</a:t>
            </a:r>
          </a:p>
        </p:txBody>
      </p:sp>
      <p:sp>
        <p:nvSpPr>
          <p:cNvPr id="5" name="Picture Placeholder 16">
            <a:extLst>
              <a:ext uri="{FF2B5EF4-FFF2-40B4-BE49-F238E27FC236}">
                <a16:creationId xmlns:a16="http://schemas.microsoft.com/office/drawing/2014/main" id="{D636854D-036E-002A-C810-9878FB6CDC0C}"/>
              </a:ext>
            </a:extLst>
          </p:cNvPr>
          <p:cNvSpPr>
            <a:spLocks noGrp="1"/>
          </p:cNvSpPr>
          <p:nvPr>
            <p:ph type="pic" sz="quarter" idx="15"/>
          </p:nvPr>
        </p:nvSpPr>
        <p:spPr>
          <a:xfrm>
            <a:off x="330835" y="3416446"/>
            <a:ext cx="2685588" cy="2773290"/>
          </a:xfrm>
          <a:prstGeom prst="rect">
            <a:avLst/>
          </a:prstGeom>
        </p:spPr>
        <p:txBody>
          <a:bodyPr/>
          <a:lstStyle>
            <a:lvl1pPr>
              <a:lnSpc>
                <a:spcPct val="100000"/>
              </a:lnSpc>
              <a:defRPr/>
            </a:lvl1pPr>
          </a:lstStyle>
          <a:p>
            <a:r>
              <a:rPr lang="en-US"/>
              <a:t>Click icon to add picture</a:t>
            </a:r>
          </a:p>
        </p:txBody>
      </p:sp>
      <p:sp>
        <p:nvSpPr>
          <p:cNvPr id="6" name="Picture Placeholder 16">
            <a:extLst>
              <a:ext uri="{FF2B5EF4-FFF2-40B4-BE49-F238E27FC236}">
                <a16:creationId xmlns:a16="http://schemas.microsoft.com/office/drawing/2014/main" id="{560D5915-11E3-6FBD-5B9F-7C4D7AFAEC69}"/>
              </a:ext>
            </a:extLst>
          </p:cNvPr>
          <p:cNvSpPr>
            <a:spLocks noGrp="1"/>
          </p:cNvSpPr>
          <p:nvPr>
            <p:ph type="pic" sz="quarter" idx="16"/>
          </p:nvPr>
        </p:nvSpPr>
        <p:spPr>
          <a:xfrm>
            <a:off x="3118316" y="3416446"/>
            <a:ext cx="2685588" cy="2773290"/>
          </a:xfrm>
          <a:prstGeom prst="rect">
            <a:avLst/>
          </a:prstGeom>
        </p:spPr>
        <p:txBody>
          <a:bodyPr/>
          <a:lstStyle>
            <a:lvl1pPr>
              <a:lnSpc>
                <a:spcPct val="100000"/>
              </a:lnSpc>
              <a:defRPr/>
            </a:lvl1pPr>
          </a:lstStyle>
          <a:p>
            <a:r>
              <a:rPr lang="en-US"/>
              <a:t>Click icon to add picture</a:t>
            </a:r>
          </a:p>
        </p:txBody>
      </p:sp>
      <p:sp>
        <p:nvSpPr>
          <p:cNvPr id="7" name="Picture Placeholder 16">
            <a:extLst>
              <a:ext uri="{FF2B5EF4-FFF2-40B4-BE49-F238E27FC236}">
                <a16:creationId xmlns:a16="http://schemas.microsoft.com/office/drawing/2014/main" id="{8A09A844-E0FD-838A-9FE8-B926C85C73EF}"/>
              </a:ext>
            </a:extLst>
          </p:cNvPr>
          <p:cNvSpPr>
            <a:spLocks noGrp="1"/>
          </p:cNvSpPr>
          <p:nvPr>
            <p:ph type="pic" sz="quarter" idx="17"/>
          </p:nvPr>
        </p:nvSpPr>
        <p:spPr>
          <a:xfrm>
            <a:off x="8693819" y="752432"/>
            <a:ext cx="3167345" cy="5437304"/>
          </a:xfrm>
          <a:prstGeom prst="rect">
            <a:avLst/>
          </a:prstGeom>
        </p:spPr>
        <p:txBody>
          <a:bodyPr/>
          <a:lstStyle>
            <a:lvl1pPr>
              <a:lnSpc>
                <a:spcPct val="100000"/>
              </a:lnSpc>
              <a:defRPr/>
            </a:lvl1pPr>
          </a:lstStyle>
          <a:p>
            <a:r>
              <a:rPr lang="en-US"/>
              <a:t>Click icon to add picture</a:t>
            </a:r>
          </a:p>
        </p:txBody>
      </p:sp>
      <p:sp>
        <p:nvSpPr>
          <p:cNvPr id="9" name="Text Placeholder 8">
            <a:extLst>
              <a:ext uri="{FF2B5EF4-FFF2-40B4-BE49-F238E27FC236}">
                <a16:creationId xmlns:a16="http://schemas.microsoft.com/office/drawing/2014/main" id="{BCEABBD8-587E-3D0E-D304-723B25A00EC9}"/>
              </a:ext>
            </a:extLst>
          </p:cNvPr>
          <p:cNvSpPr>
            <a:spLocks noGrp="1"/>
          </p:cNvSpPr>
          <p:nvPr>
            <p:ph type="body" sz="quarter" idx="18"/>
          </p:nvPr>
        </p:nvSpPr>
        <p:spPr>
          <a:xfrm>
            <a:off x="0" y="958850"/>
            <a:ext cx="3016423" cy="412750"/>
          </a:xfrm>
          <a:prstGeom prst="rect">
            <a:avLst/>
          </a:prstGeom>
          <a:solidFill>
            <a:schemeClr val="accent2"/>
          </a:solidFill>
        </p:spPr>
        <p:txBody>
          <a:bodyPr anchor="ctr"/>
          <a:lstStyle>
            <a:lvl1pPr marL="233363" indent="0">
              <a:lnSpc>
                <a:spcPct val="100000"/>
              </a:lnSpc>
              <a:buNone/>
              <a:tabLst/>
              <a:defRPr sz="2000" b="1">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080104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Bar - Photo Collage 2">
    <p:spTree>
      <p:nvGrpSpPr>
        <p:cNvPr id="1" name=""/>
        <p:cNvGrpSpPr/>
        <p:nvPr/>
      </p:nvGrpSpPr>
      <p:grpSpPr>
        <a:xfrm>
          <a:off x="0" y="0"/>
          <a:ext cx="0" cy="0"/>
          <a:chOff x="0" y="0"/>
          <a:chExt cx="0" cy="0"/>
        </a:xfrm>
      </p:grpSpPr>
      <p:sp>
        <p:nvSpPr>
          <p:cNvPr id="2" name="Picture Placeholder 16">
            <a:extLst>
              <a:ext uri="{FF2B5EF4-FFF2-40B4-BE49-F238E27FC236}">
                <a16:creationId xmlns:a16="http://schemas.microsoft.com/office/drawing/2014/main" id="{69D41304-9BE1-BEC4-931D-0366E5F9F34E}"/>
              </a:ext>
            </a:extLst>
          </p:cNvPr>
          <p:cNvSpPr>
            <a:spLocks noGrp="1"/>
          </p:cNvSpPr>
          <p:nvPr>
            <p:ph type="pic" sz="quarter" idx="12"/>
          </p:nvPr>
        </p:nvSpPr>
        <p:spPr>
          <a:xfrm>
            <a:off x="330834" y="752432"/>
            <a:ext cx="5524287" cy="2854368"/>
          </a:xfrm>
          <a:prstGeom prst="rect">
            <a:avLst/>
          </a:prstGeom>
        </p:spPr>
        <p:txBody>
          <a:bodyPr/>
          <a:lstStyle>
            <a:lvl1pPr>
              <a:lnSpc>
                <a:spcPct val="100000"/>
              </a:lnSpc>
              <a:defRPr/>
            </a:lvl1pPr>
          </a:lstStyle>
          <a:p>
            <a:r>
              <a:rPr lang="en-US"/>
              <a:t>Click icon to add picture</a:t>
            </a:r>
          </a:p>
        </p:txBody>
      </p:sp>
      <p:sp>
        <p:nvSpPr>
          <p:cNvPr id="4" name="Picture Placeholder 16">
            <a:extLst>
              <a:ext uri="{FF2B5EF4-FFF2-40B4-BE49-F238E27FC236}">
                <a16:creationId xmlns:a16="http://schemas.microsoft.com/office/drawing/2014/main" id="{BEE143AF-651F-B3CB-FD52-1069C739302A}"/>
              </a:ext>
            </a:extLst>
          </p:cNvPr>
          <p:cNvSpPr>
            <a:spLocks noGrp="1"/>
          </p:cNvSpPr>
          <p:nvPr>
            <p:ph type="pic" sz="quarter" idx="14"/>
          </p:nvPr>
        </p:nvSpPr>
        <p:spPr>
          <a:xfrm>
            <a:off x="3169533" y="3749040"/>
            <a:ext cx="2685588" cy="2453249"/>
          </a:xfrm>
          <a:prstGeom prst="rect">
            <a:avLst/>
          </a:prstGeom>
        </p:spPr>
        <p:txBody>
          <a:bodyPr/>
          <a:lstStyle>
            <a:lvl1pPr>
              <a:lnSpc>
                <a:spcPct val="100000"/>
              </a:lnSpc>
              <a:defRPr/>
            </a:lvl1pPr>
          </a:lstStyle>
          <a:p>
            <a:r>
              <a:rPr lang="en-US"/>
              <a:t>Click icon to add picture</a:t>
            </a:r>
          </a:p>
        </p:txBody>
      </p:sp>
      <p:sp>
        <p:nvSpPr>
          <p:cNvPr id="5" name="Picture Placeholder 16">
            <a:extLst>
              <a:ext uri="{FF2B5EF4-FFF2-40B4-BE49-F238E27FC236}">
                <a16:creationId xmlns:a16="http://schemas.microsoft.com/office/drawing/2014/main" id="{D636854D-036E-002A-C810-9878FB6CDC0C}"/>
              </a:ext>
            </a:extLst>
          </p:cNvPr>
          <p:cNvSpPr>
            <a:spLocks noGrp="1"/>
          </p:cNvSpPr>
          <p:nvPr>
            <p:ph type="pic" sz="quarter" idx="15"/>
          </p:nvPr>
        </p:nvSpPr>
        <p:spPr>
          <a:xfrm>
            <a:off x="330835" y="3749040"/>
            <a:ext cx="2685588" cy="2440695"/>
          </a:xfrm>
          <a:prstGeom prst="rect">
            <a:avLst/>
          </a:prstGeom>
        </p:spPr>
        <p:txBody>
          <a:bodyPr/>
          <a:lstStyle>
            <a:lvl1pPr>
              <a:lnSpc>
                <a:spcPct val="100000"/>
              </a:lnSpc>
              <a:defRPr/>
            </a:lvl1pPr>
          </a:lstStyle>
          <a:p>
            <a:r>
              <a:rPr lang="en-US"/>
              <a:t>Click icon to add picture</a:t>
            </a:r>
          </a:p>
        </p:txBody>
      </p:sp>
      <p:sp>
        <p:nvSpPr>
          <p:cNvPr id="7" name="Picture Placeholder 16">
            <a:extLst>
              <a:ext uri="{FF2B5EF4-FFF2-40B4-BE49-F238E27FC236}">
                <a16:creationId xmlns:a16="http://schemas.microsoft.com/office/drawing/2014/main" id="{8A09A844-E0FD-838A-9FE8-B926C85C73EF}"/>
              </a:ext>
            </a:extLst>
          </p:cNvPr>
          <p:cNvSpPr>
            <a:spLocks noGrp="1"/>
          </p:cNvSpPr>
          <p:nvPr>
            <p:ph type="pic" sz="quarter" idx="17"/>
          </p:nvPr>
        </p:nvSpPr>
        <p:spPr>
          <a:xfrm>
            <a:off x="6008231" y="752432"/>
            <a:ext cx="5852933" cy="5437304"/>
          </a:xfrm>
          <a:prstGeom prst="rect">
            <a:avLst/>
          </a:prstGeom>
        </p:spPr>
        <p:txBody>
          <a:bodyPr/>
          <a:lstStyle>
            <a:lvl1pPr>
              <a:lnSpc>
                <a:spcPct val="100000"/>
              </a:lnSpc>
              <a:defRPr/>
            </a:lvl1pPr>
          </a:lstStyle>
          <a:p>
            <a:r>
              <a:rPr lang="en-US"/>
              <a:t>Click icon to add picture</a:t>
            </a:r>
          </a:p>
        </p:txBody>
      </p:sp>
      <p:sp>
        <p:nvSpPr>
          <p:cNvPr id="9" name="Text Placeholder 8">
            <a:extLst>
              <a:ext uri="{FF2B5EF4-FFF2-40B4-BE49-F238E27FC236}">
                <a16:creationId xmlns:a16="http://schemas.microsoft.com/office/drawing/2014/main" id="{BCEABBD8-587E-3D0E-D304-723B25A00EC9}"/>
              </a:ext>
            </a:extLst>
          </p:cNvPr>
          <p:cNvSpPr>
            <a:spLocks noGrp="1"/>
          </p:cNvSpPr>
          <p:nvPr>
            <p:ph type="body" sz="quarter" idx="18"/>
          </p:nvPr>
        </p:nvSpPr>
        <p:spPr>
          <a:xfrm>
            <a:off x="0" y="958850"/>
            <a:ext cx="3169533" cy="412750"/>
          </a:xfrm>
          <a:prstGeom prst="rect">
            <a:avLst/>
          </a:prstGeom>
          <a:solidFill>
            <a:schemeClr val="accent2"/>
          </a:solidFill>
        </p:spPr>
        <p:txBody>
          <a:bodyPr anchor="ctr"/>
          <a:lstStyle>
            <a:lvl1pPr marL="233363" indent="0">
              <a:lnSpc>
                <a:spcPct val="100000"/>
              </a:lnSpc>
              <a:buNone/>
              <a:tabLst/>
              <a:defRPr sz="2000" b="1">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240573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Bar -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6F5DF8-A12E-E033-9A32-D7B716C86480}"/>
              </a:ext>
            </a:extLst>
          </p:cNvPr>
          <p:cNvSpPr>
            <a:spLocks noGrp="1"/>
          </p:cNvSpPr>
          <p:nvPr>
            <p:ph type="pic" sz="quarter" idx="10"/>
          </p:nvPr>
        </p:nvSpPr>
        <p:spPr>
          <a:xfrm>
            <a:off x="0" y="0"/>
            <a:ext cx="12192000" cy="6858000"/>
          </a:xfrm>
          <a:prstGeom prst="rect">
            <a:avLst/>
          </a:prstGeom>
          <a:solidFill>
            <a:srgbClr val="F7F4EF"/>
          </a:solidFill>
        </p:spPr>
        <p:txBody>
          <a:bodyPr/>
          <a:lstStyle/>
          <a:p>
            <a:r>
              <a:rPr lang="en-US"/>
              <a:t>Click icon to add picture</a:t>
            </a:r>
            <a:endParaRPr lang="en-US" dirty="0"/>
          </a:p>
        </p:txBody>
      </p:sp>
    </p:spTree>
    <p:extLst>
      <p:ext uri="{BB962C8B-B14F-4D97-AF65-F5344CB8AC3E}">
        <p14:creationId xmlns:p14="http://schemas.microsoft.com/office/powerpoint/2010/main" val="3097095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ivider - Gold">
    <p:spTree>
      <p:nvGrpSpPr>
        <p:cNvPr id="1" name=""/>
        <p:cNvGrpSpPr/>
        <p:nvPr/>
      </p:nvGrpSpPr>
      <p:grpSpPr>
        <a:xfrm>
          <a:off x="0" y="0"/>
          <a:ext cx="0" cy="0"/>
          <a:chOff x="0" y="0"/>
          <a:chExt cx="0" cy="0"/>
        </a:xfrm>
      </p:grpSpPr>
      <p:pic>
        <p:nvPicPr>
          <p:cNvPr id="3" name="Image 1">
            <a:extLst>
              <a:ext uri="{FF2B5EF4-FFF2-40B4-BE49-F238E27FC236}">
                <a16:creationId xmlns:a16="http://schemas.microsoft.com/office/drawing/2014/main" id="{E7E38922-24C6-DABE-5206-62350C49B5E3}"/>
              </a:ext>
            </a:extLst>
          </p:cNvPr>
          <p:cNvPicPr>
            <a:picLocks noGrp="1" noRot="1" noChangeAspect="1" noMove="1" noResize="1" noEditPoints="1" noAdjustHandles="1" noChangeArrowheads="1" noChangeShapeType="1" noCrop="1"/>
          </p:cNvPicPr>
          <p:nvPr userDrawn="1"/>
        </p:nvPicPr>
        <p:blipFill>
          <a:blip r:embed="rId2"/>
          <a:srcRect/>
          <a:stretch/>
        </p:blipFill>
        <p:spPr>
          <a:xfrm>
            <a:off x="-26963" y="0"/>
            <a:ext cx="12245927" cy="6858000"/>
          </a:xfrm>
          <a:prstGeom prst="rect">
            <a:avLst/>
          </a:prstGeom>
        </p:spPr>
      </p:pic>
      <p:sp>
        <p:nvSpPr>
          <p:cNvPr id="10" name="Title 10">
            <a:extLst>
              <a:ext uri="{FF2B5EF4-FFF2-40B4-BE49-F238E27FC236}">
                <a16:creationId xmlns:a16="http://schemas.microsoft.com/office/drawing/2014/main" id="{8905AE1C-BD67-2D09-A667-F98C3E270291}"/>
              </a:ext>
            </a:extLst>
          </p:cNvPr>
          <p:cNvSpPr>
            <a:spLocks noGrp="1"/>
          </p:cNvSpPr>
          <p:nvPr>
            <p:ph type="title" hasCustomPrompt="1"/>
          </p:nvPr>
        </p:nvSpPr>
        <p:spPr>
          <a:xfrm>
            <a:off x="2568605" y="2679786"/>
            <a:ext cx="7054789" cy="981504"/>
          </a:xfrm>
          <a:prstGeom prst="rect">
            <a:avLst/>
          </a:prstGeom>
        </p:spPr>
        <p:txBody>
          <a:bodyPr anchor="b"/>
          <a:lstStyle>
            <a:lvl1pPr algn="ctr">
              <a:defRPr sz="6249" b="0" i="0">
                <a:solidFill>
                  <a:schemeClr val="bg1"/>
                </a:solidFill>
                <a:latin typeface="Aleo Medium" pitchFamily="2" charset="77"/>
              </a:defRPr>
            </a:lvl1pPr>
          </a:lstStyle>
          <a:p>
            <a:r>
              <a:rPr lang="en-US" dirty="0"/>
              <a:t>Lorem Ipsum</a:t>
            </a:r>
          </a:p>
        </p:txBody>
      </p:sp>
      <p:sp>
        <p:nvSpPr>
          <p:cNvPr id="11" name="Text Placeholder 12">
            <a:extLst>
              <a:ext uri="{FF2B5EF4-FFF2-40B4-BE49-F238E27FC236}">
                <a16:creationId xmlns:a16="http://schemas.microsoft.com/office/drawing/2014/main" id="{11825351-8E63-1CF4-2067-B263FF0C9D57}"/>
              </a:ext>
            </a:extLst>
          </p:cNvPr>
          <p:cNvSpPr>
            <a:spLocks noGrp="1"/>
          </p:cNvSpPr>
          <p:nvPr>
            <p:ph type="body" sz="quarter" idx="10" hasCustomPrompt="1"/>
          </p:nvPr>
        </p:nvSpPr>
        <p:spPr>
          <a:xfrm>
            <a:off x="3031051" y="3916707"/>
            <a:ext cx="6129835" cy="247393"/>
          </a:xfrm>
          <a:prstGeom prst="rect">
            <a:avLst/>
          </a:prstGeom>
        </p:spPr>
        <p:txBody>
          <a:bodyPr/>
          <a:lstStyle>
            <a:lvl1pPr marL="0" indent="0" algn="ctr">
              <a:buNone/>
              <a:defRPr sz="1400" b="0" i="0" spc="420" baseline="0">
                <a:solidFill>
                  <a:schemeClr val="bg2"/>
                </a:solidFill>
                <a:latin typeface="Aleo" pitchFamily="2" charset="77"/>
              </a:defRPr>
            </a:lvl1pPr>
          </a:lstStyle>
          <a:p>
            <a:pPr lvl="0"/>
            <a:r>
              <a:rPr lang="en-US" dirty="0"/>
              <a:t>LOREM IPSUM DOLOR SIT AMET</a:t>
            </a:r>
          </a:p>
        </p:txBody>
      </p:sp>
      <p:sp>
        <p:nvSpPr>
          <p:cNvPr id="8" name="Text Placeholder 7">
            <a:extLst>
              <a:ext uri="{FF2B5EF4-FFF2-40B4-BE49-F238E27FC236}">
                <a16:creationId xmlns:a16="http://schemas.microsoft.com/office/drawing/2014/main" id="{67D1F30A-BB91-E037-A224-385892658F18}"/>
              </a:ext>
            </a:extLst>
          </p:cNvPr>
          <p:cNvSpPr>
            <a:spLocks noGrp="1"/>
          </p:cNvSpPr>
          <p:nvPr>
            <p:ph type="body" sz="quarter" idx="12" hasCustomPrompt="1"/>
          </p:nvPr>
        </p:nvSpPr>
        <p:spPr>
          <a:xfrm>
            <a:off x="4749104" y="450924"/>
            <a:ext cx="2693793" cy="308731"/>
          </a:xfrm>
          <a:prstGeom prst="roundRect">
            <a:avLst/>
          </a:prstGeom>
        </p:spPr>
        <p:txBody>
          <a:bodyPr anchor="ctr"/>
          <a:lstStyle>
            <a:lvl1pPr algn="ctr">
              <a:buNone/>
              <a:defRPr sz="1000" spc="200" baseline="0"/>
            </a:lvl1pPr>
            <a:lvl2pPr algn="ctr">
              <a:buNone/>
              <a:defRPr/>
            </a:lvl2pPr>
            <a:lvl3pPr algn="ctr">
              <a:buNone/>
              <a:defRPr/>
            </a:lvl3pPr>
            <a:lvl4pPr algn="ctr">
              <a:buNone/>
              <a:defRPr/>
            </a:lvl4pPr>
            <a:lvl5pPr algn="ctr">
              <a:buNone/>
              <a:defRPr/>
            </a:lvl5pPr>
          </a:lstStyle>
          <a:p>
            <a:pPr lvl="0"/>
            <a:r>
              <a:rPr lang="en-US" dirty="0"/>
              <a:t>CLICK TO EDIT</a:t>
            </a:r>
          </a:p>
        </p:txBody>
      </p:sp>
      <p:pic>
        <p:nvPicPr>
          <p:cNvPr id="4" name="Picture 3" descr="A white logo with a crown&#10;&#10;AI-generated content may be incorrect.">
            <a:extLst>
              <a:ext uri="{FF2B5EF4-FFF2-40B4-BE49-F238E27FC236}">
                <a16:creationId xmlns:a16="http://schemas.microsoft.com/office/drawing/2014/main" id="{78D63393-EF00-911F-B42C-18FE52919DF6}"/>
              </a:ext>
            </a:extLst>
          </p:cNvPr>
          <p:cNvPicPr>
            <a:picLocks noChangeAspect="1"/>
          </p:cNvPicPr>
          <p:nvPr userDrawn="1"/>
        </p:nvPicPr>
        <p:blipFill>
          <a:blip r:embed="rId3">
            <a:alphaModFix amt="8000"/>
          </a:blip>
          <a:stretch>
            <a:fillRect/>
          </a:stretch>
        </p:blipFill>
        <p:spPr>
          <a:xfrm>
            <a:off x="4015670" y="4604656"/>
            <a:ext cx="4160596" cy="4152470"/>
          </a:xfrm>
          <a:prstGeom prst="rect">
            <a:avLst/>
          </a:prstGeom>
        </p:spPr>
      </p:pic>
    </p:spTree>
    <p:extLst>
      <p:ext uri="{BB962C8B-B14F-4D97-AF65-F5344CB8AC3E}">
        <p14:creationId xmlns:p14="http://schemas.microsoft.com/office/powerpoint/2010/main" val="2420616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vider - 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4B5C-6A89-1240-7A8F-6917CD9CFEDF}"/>
              </a:ext>
            </a:extLst>
          </p:cNvPr>
          <p:cNvSpPr>
            <a:spLocks noGrp="1"/>
          </p:cNvSpPr>
          <p:nvPr>
            <p:ph type="ctrTitle"/>
          </p:nvPr>
        </p:nvSpPr>
        <p:spPr>
          <a:xfrm>
            <a:off x="4752986" y="1875692"/>
            <a:ext cx="5915013" cy="1899994"/>
          </a:xfrm>
        </p:spPr>
        <p:txBody>
          <a:bodyPr anchor="b">
            <a:noAutofit/>
          </a:bodyPr>
          <a:lstStyle>
            <a:lvl1pPr algn="l">
              <a:lnSpc>
                <a:spcPct val="100000"/>
              </a:lnSpc>
              <a:defRPr sz="5000">
                <a:solidFill>
                  <a:schemeClr val="bg2"/>
                </a:solidFill>
                <a:latin typeface="Aleo"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BF4E7417-F9E4-D2E4-EC6D-05907BFD9558}"/>
              </a:ext>
            </a:extLst>
          </p:cNvPr>
          <p:cNvSpPr>
            <a:spLocks noGrp="1"/>
          </p:cNvSpPr>
          <p:nvPr>
            <p:ph type="subTitle" idx="1"/>
          </p:nvPr>
        </p:nvSpPr>
        <p:spPr>
          <a:xfrm>
            <a:off x="4752986" y="3867761"/>
            <a:ext cx="5915013" cy="797307"/>
          </a:xfrm>
        </p:spPr>
        <p:txBody>
          <a:bodyPr>
            <a:noAutofit/>
          </a:bodyPr>
          <a:lstStyle>
            <a:lvl1pPr marL="0" indent="0" algn="l">
              <a:lnSpc>
                <a:spcPct val="100000"/>
              </a:lnSpc>
              <a:buNone/>
              <a:defRPr sz="2400">
                <a:solidFill>
                  <a:schemeClr val="accent2"/>
                </a:solidFill>
                <a:latin typeface="Aleo"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8" name="Image 2" descr=" ">
            <a:extLst>
              <a:ext uri="{FF2B5EF4-FFF2-40B4-BE49-F238E27FC236}">
                <a16:creationId xmlns:a16="http://schemas.microsoft.com/office/drawing/2014/main" id="{82B24693-313D-1C21-E187-BFA19765EEAF}"/>
              </a:ext>
            </a:extLst>
          </p:cNvPr>
          <p:cNvPicPr>
            <a:picLocks noChangeAspect="1"/>
          </p:cNvPicPr>
          <p:nvPr userDrawn="1"/>
        </p:nvPicPr>
        <p:blipFill>
          <a:blip r:embed="rId2"/>
          <a:stretch>
            <a:fillRect/>
          </a:stretch>
        </p:blipFill>
        <p:spPr>
          <a:xfrm>
            <a:off x="290997" y="418498"/>
            <a:ext cx="2626861" cy="2623205"/>
          </a:xfrm>
          <a:prstGeom prst="rect">
            <a:avLst/>
          </a:prstGeom>
        </p:spPr>
      </p:pic>
      <p:cxnSp>
        <p:nvCxnSpPr>
          <p:cNvPr id="11" name="Straight Connector 10">
            <a:extLst>
              <a:ext uri="{FF2B5EF4-FFF2-40B4-BE49-F238E27FC236}">
                <a16:creationId xmlns:a16="http://schemas.microsoft.com/office/drawing/2014/main" id="{A2C0475D-B4CC-68B0-5AE4-EBE1CF28105F}"/>
              </a:ext>
            </a:extLst>
          </p:cNvPr>
          <p:cNvCxnSpPr>
            <a:cxnSpLocks/>
          </p:cNvCxnSpPr>
          <p:nvPr userDrawn="1"/>
        </p:nvCxnSpPr>
        <p:spPr>
          <a:xfrm>
            <a:off x="3057632" y="418498"/>
            <a:ext cx="0" cy="2543523"/>
          </a:xfrm>
          <a:prstGeom prst="line">
            <a:avLst/>
          </a:prstGeom>
          <a:ln w="190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93941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 Gold">
    <p:spTree>
      <p:nvGrpSpPr>
        <p:cNvPr id="1" name=""/>
        <p:cNvGrpSpPr/>
        <p:nvPr/>
      </p:nvGrpSpPr>
      <p:grpSpPr>
        <a:xfrm>
          <a:off x="0" y="0"/>
          <a:ext cx="0" cy="0"/>
          <a:chOff x="0" y="0"/>
          <a:chExt cx="0" cy="0"/>
        </a:xfrm>
      </p:grpSpPr>
      <p:pic>
        <p:nvPicPr>
          <p:cNvPr id="3" name="Image 1">
            <a:extLst>
              <a:ext uri="{FF2B5EF4-FFF2-40B4-BE49-F238E27FC236}">
                <a16:creationId xmlns:a16="http://schemas.microsoft.com/office/drawing/2014/main" id="{E7E38922-24C6-DABE-5206-62350C49B5E3}"/>
              </a:ext>
            </a:extLst>
          </p:cNvPr>
          <p:cNvPicPr>
            <a:picLocks noGrp="1" noRot="1" noChangeAspect="1" noMove="1" noResize="1" noEditPoints="1" noAdjustHandles="1" noChangeArrowheads="1" noChangeShapeType="1" noCrop="1"/>
          </p:cNvPicPr>
          <p:nvPr userDrawn="1"/>
        </p:nvPicPr>
        <p:blipFill>
          <a:blip r:embed="rId2"/>
          <a:srcRect/>
          <a:stretch/>
        </p:blipFill>
        <p:spPr>
          <a:xfrm>
            <a:off x="-26963" y="0"/>
            <a:ext cx="12245927" cy="6858000"/>
          </a:xfrm>
          <a:prstGeom prst="rect">
            <a:avLst/>
          </a:prstGeom>
        </p:spPr>
      </p:pic>
      <p:sp>
        <p:nvSpPr>
          <p:cNvPr id="10" name="Title 10">
            <a:extLst>
              <a:ext uri="{FF2B5EF4-FFF2-40B4-BE49-F238E27FC236}">
                <a16:creationId xmlns:a16="http://schemas.microsoft.com/office/drawing/2014/main" id="{8905AE1C-BD67-2D09-A667-F98C3E270291}"/>
              </a:ext>
            </a:extLst>
          </p:cNvPr>
          <p:cNvSpPr>
            <a:spLocks noGrp="1"/>
          </p:cNvSpPr>
          <p:nvPr>
            <p:ph type="title" hasCustomPrompt="1"/>
          </p:nvPr>
        </p:nvSpPr>
        <p:spPr>
          <a:xfrm>
            <a:off x="2568605" y="2679786"/>
            <a:ext cx="7054789" cy="981504"/>
          </a:xfrm>
          <a:prstGeom prst="rect">
            <a:avLst/>
          </a:prstGeom>
        </p:spPr>
        <p:txBody>
          <a:bodyPr anchor="b"/>
          <a:lstStyle>
            <a:lvl1pPr algn="ctr">
              <a:defRPr sz="6249" b="0" i="0">
                <a:solidFill>
                  <a:schemeClr val="bg1"/>
                </a:solidFill>
                <a:latin typeface="Aleo Medium" pitchFamily="2" charset="77"/>
              </a:defRPr>
            </a:lvl1pPr>
          </a:lstStyle>
          <a:p>
            <a:r>
              <a:rPr lang="en-US" dirty="0"/>
              <a:t>Lorem Ipsum</a:t>
            </a:r>
          </a:p>
        </p:txBody>
      </p:sp>
      <p:sp>
        <p:nvSpPr>
          <p:cNvPr id="11" name="Text Placeholder 12">
            <a:extLst>
              <a:ext uri="{FF2B5EF4-FFF2-40B4-BE49-F238E27FC236}">
                <a16:creationId xmlns:a16="http://schemas.microsoft.com/office/drawing/2014/main" id="{11825351-8E63-1CF4-2067-B263FF0C9D57}"/>
              </a:ext>
            </a:extLst>
          </p:cNvPr>
          <p:cNvSpPr>
            <a:spLocks noGrp="1"/>
          </p:cNvSpPr>
          <p:nvPr>
            <p:ph type="body" sz="quarter" idx="10" hasCustomPrompt="1"/>
          </p:nvPr>
        </p:nvSpPr>
        <p:spPr>
          <a:xfrm>
            <a:off x="3031051" y="3916707"/>
            <a:ext cx="6129835" cy="247393"/>
          </a:xfrm>
          <a:prstGeom prst="rect">
            <a:avLst/>
          </a:prstGeom>
        </p:spPr>
        <p:txBody>
          <a:bodyPr/>
          <a:lstStyle>
            <a:lvl1pPr marL="0" indent="0" algn="ctr">
              <a:buNone/>
              <a:defRPr sz="1400" b="0" i="0" spc="420" baseline="0">
                <a:solidFill>
                  <a:schemeClr val="bg2"/>
                </a:solidFill>
                <a:latin typeface="Aleo" pitchFamily="2" charset="77"/>
              </a:defRPr>
            </a:lvl1pPr>
          </a:lstStyle>
          <a:p>
            <a:pPr lvl="0"/>
            <a:r>
              <a:rPr lang="en-US" dirty="0"/>
              <a:t>LOREM IPSUM DOLOR SIT AMET</a:t>
            </a:r>
          </a:p>
        </p:txBody>
      </p:sp>
      <p:sp>
        <p:nvSpPr>
          <p:cNvPr id="8" name="Text Placeholder 7">
            <a:extLst>
              <a:ext uri="{FF2B5EF4-FFF2-40B4-BE49-F238E27FC236}">
                <a16:creationId xmlns:a16="http://schemas.microsoft.com/office/drawing/2014/main" id="{67D1F30A-BB91-E037-A224-385892658F18}"/>
              </a:ext>
            </a:extLst>
          </p:cNvPr>
          <p:cNvSpPr>
            <a:spLocks noGrp="1"/>
          </p:cNvSpPr>
          <p:nvPr>
            <p:ph type="body" sz="quarter" idx="12" hasCustomPrompt="1"/>
          </p:nvPr>
        </p:nvSpPr>
        <p:spPr>
          <a:xfrm>
            <a:off x="4749104" y="450924"/>
            <a:ext cx="2693793" cy="308731"/>
          </a:xfrm>
          <a:prstGeom prst="roundRect">
            <a:avLst/>
          </a:prstGeom>
        </p:spPr>
        <p:txBody>
          <a:bodyPr anchor="ctr"/>
          <a:lstStyle>
            <a:lvl1pPr algn="ctr">
              <a:buNone/>
              <a:defRPr sz="1000" spc="200" baseline="0"/>
            </a:lvl1pPr>
            <a:lvl2pPr algn="ctr">
              <a:buNone/>
              <a:defRPr/>
            </a:lvl2pPr>
            <a:lvl3pPr algn="ctr">
              <a:buNone/>
              <a:defRPr/>
            </a:lvl3pPr>
            <a:lvl4pPr algn="ctr">
              <a:buNone/>
              <a:defRPr/>
            </a:lvl4pPr>
            <a:lvl5pPr algn="ctr">
              <a:buNone/>
              <a:defRPr/>
            </a:lvl5pPr>
          </a:lstStyle>
          <a:p>
            <a:pPr lvl="0"/>
            <a:r>
              <a:rPr lang="en-US" dirty="0"/>
              <a:t>CLICK TO EDIT</a:t>
            </a:r>
          </a:p>
        </p:txBody>
      </p:sp>
      <p:pic>
        <p:nvPicPr>
          <p:cNvPr id="4" name="Picture 3" descr="A white logo with a crown&#10;&#10;AI-generated content may be incorrect.">
            <a:extLst>
              <a:ext uri="{FF2B5EF4-FFF2-40B4-BE49-F238E27FC236}">
                <a16:creationId xmlns:a16="http://schemas.microsoft.com/office/drawing/2014/main" id="{78D63393-EF00-911F-B42C-18FE52919DF6}"/>
              </a:ext>
            </a:extLst>
          </p:cNvPr>
          <p:cNvPicPr>
            <a:picLocks noChangeAspect="1"/>
          </p:cNvPicPr>
          <p:nvPr userDrawn="1"/>
        </p:nvPicPr>
        <p:blipFill>
          <a:blip r:embed="rId3">
            <a:alphaModFix amt="8000"/>
          </a:blip>
          <a:stretch>
            <a:fillRect/>
          </a:stretch>
        </p:blipFill>
        <p:spPr>
          <a:xfrm>
            <a:off x="4015670" y="4604656"/>
            <a:ext cx="4160596" cy="4152470"/>
          </a:xfrm>
          <a:prstGeom prst="rect">
            <a:avLst/>
          </a:prstGeom>
        </p:spPr>
      </p:pic>
    </p:spTree>
    <p:extLst>
      <p:ext uri="{BB962C8B-B14F-4D97-AF65-F5344CB8AC3E}">
        <p14:creationId xmlns:p14="http://schemas.microsoft.com/office/powerpoint/2010/main" val="19053591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Whit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75B414-B910-B307-781A-80C3D3AD656A}"/>
              </a:ext>
            </a:extLst>
          </p:cNvPr>
          <p:cNvSpPr/>
          <p:nvPr userDrawn="1"/>
        </p:nvSpPr>
        <p:spPr>
          <a:xfrm>
            <a:off x="-17671" y="4808"/>
            <a:ext cx="12227341" cy="6858000"/>
          </a:xfrm>
          <a:prstGeom prst="rect">
            <a:avLst/>
          </a:prstGeom>
          <a:solidFill>
            <a:srgbClr val="F7F4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Aleo" pitchFamily="2" charset="77"/>
            </a:endParaRPr>
          </a:p>
        </p:txBody>
      </p:sp>
      <p:sp>
        <p:nvSpPr>
          <p:cNvPr id="14" name="Text Placeholder 12">
            <a:extLst>
              <a:ext uri="{FF2B5EF4-FFF2-40B4-BE49-F238E27FC236}">
                <a16:creationId xmlns:a16="http://schemas.microsoft.com/office/drawing/2014/main" id="{E85BE109-4336-3D0F-698F-29095082A803}"/>
              </a:ext>
            </a:extLst>
          </p:cNvPr>
          <p:cNvSpPr>
            <a:spLocks noGrp="1"/>
          </p:cNvSpPr>
          <p:nvPr>
            <p:ph type="body" sz="quarter" idx="10"/>
          </p:nvPr>
        </p:nvSpPr>
        <p:spPr>
          <a:xfrm>
            <a:off x="330778" y="1332865"/>
            <a:ext cx="3829741" cy="1417949"/>
          </a:xfrm>
          <a:prstGeom prst="rect">
            <a:avLst/>
          </a:prstGeom>
        </p:spPr>
        <p:txBody>
          <a:bodyPr anchor="b">
            <a:noAutofit/>
          </a:bodyPr>
          <a:lstStyle>
            <a:lvl1pPr marL="0" indent="0">
              <a:buNone/>
              <a:defRPr>
                <a:solidFill>
                  <a:schemeClr val="accent1"/>
                </a:solidFill>
                <a:latin typeface="Aleo"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5" name="Text Placeholder 14">
            <a:extLst>
              <a:ext uri="{FF2B5EF4-FFF2-40B4-BE49-F238E27FC236}">
                <a16:creationId xmlns:a16="http://schemas.microsoft.com/office/drawing/2014/main" id="{3711A787-8C56-E8A5-0378-E44D30F3CB02}"/>
              </a:ext>
            </a:extLst>
          </p:cNvPr>
          <p:cNvSpPr>
            <a:spLocks noGrp="1"/>
          </p:cNvSpPr>
          <p:nvPr>
            <p:ph type="body" sz="quarter" idx="11"/>
          </p:nvPr>
        </p:nvSpPr>
        <p:spPr>
          <a:xfrm>
            <a:off x="330199" y="3025775"/>
            <a:ext cx="3829741" cy="2071688"/>
          </a:xfrm>
          <a:prstGeom prst="rect">
            <a:avLst/>
          </a:prstGeom>
        </p:spPr>
        <p:txBody>
          <a:bodyPr>
            <a:noAutofit/>
          </a:bodyPr>
          <a:lstStyle>
            <a:lvl1pPr marL="0" indent="0">
              <a:buNone/>
              <a:defRPr sz="1600">
                <a:solidFill>
                  <a:srgbClr val="000000"/>
                </a:solidFill>
                <a:latin typeface="Aleo" pitchFamily="2" charset="77"/>
              </a:defRPr>
            </a:lvl1pPr>
            <a:lvl2pPr marL="457200" indent="0">
              <a:buNone/>
              <a:defRPr sz="1500">
                <a:solidFill>
                  <a:schemeClr val="bg2"/>
                </a:solidFill>
              </a:defRPr>
            </a:lvl2pPr>
            <a:lvl3pPr marL="914400" indent="0">
              <a:buNone/>
              <a:defRPr sz="1500">
                <a:solidFill>
                  <a:schemeClr val="bg2"/>
                </a:solidFill>
              </a:defRPr>
            </a:lvl3pPr>
            <a:lvl4pPr marL="1371600" indent="0">
              <a:buNone/>
              <a:defRPr sz="1500">
                <a:solidFill>
                  <a:schemeClr val="bg2"/>
                </a:solidFill>
              </a:defRPr>
            </a:lvl4pPr>
            <a:lvl5pPr marL="1828800" indent="0">
              <a:buNone/>
              <a:defRPr sz="1500">
                <a:solidFill>
                  <a:schemeClr val="bg2"/>
                </a:solidFill>
              </a:defRPr>
            </a:lvl5pPr>
          </a:lstStyle>
          <a:p>
            <a:pPr lvl="0"/>
            <a:r>
              <a:rPr lang="en-US" dirty="0"/>
              <a:t>Click to edit Master text styles</a:t>
            </a:r>
          </a:p>
        </p:txBody>
      </p:sp>
      <p:pic>
        <p:nvPicPr>
          <p:cNvPr id="3" name="Image 1" descr=" ">
            <a:extLst>
              <a:ext uri="{FF2B5EF4-FFF2-40B4-BE49-F238E27FC236}">
                <a16:creationId xmlns:a16="http://schemas.microsoft.com/office/drawing/2014/main" id="{6C10DA40-7CEC-399A-98A9-76A9B2EC7C20}"/>
              </a:ext>
            </a:extLst>
          </p:cNvPr>
          <p:cNvPicPr>
            <a:picLocks noChangeAspect="1"/>
          </p:cNvPicPr>
          <p:nvPr userDrawn="1"/>
        </p:nvPicPr>
        <p:blipFill>
          <a:blip>
            <a:extLst>
              <a:ext uri="{96DAC541-7B7A-43D3-8B79-37D633B846F1}">
                <asvg:svgBlip xmlns:asvg="http://schemas.microsoft.com/office/drawing/2016/SVG/main" r:embed="rId2"/>
              </a:ext>
            </a:extLst>
          </a:blip>
          <a:srcRect r="3919"/>
          <a:stretch>
            <a:fillRect/>
          </a:stretch>
        </p:blipFill>
        <p:spPr>
          <a:xfrm>
            <a:off x="4159871" y="0"/>
            <a:ext cx="7997667" cy="6857998"/>
          </a:xfrm>
          <a:prstGeom prst="rect">
            <a:avLst/>
          </a:prstGeom>
        </p:spPr>
      </p:pic>
      <p:sp>
        <p:nvSpPr>
          <p:cNvPr id="4" name="Picture Placeholder 27">
            <a:extLst>
              <a:ext uri="{FF2B5EF4-FFF2-40B4-BE49-F238E27FC236}">
                <a16:creationId xmlns:a16="http://schemas.microsoft.com/office/drawing/2014/main" id="{48B1C8B8-4E39-C0B0-4A56-EA678B809A77}"/>
              </a:ext>
            </a:extLst>
          </p:cNvPr>
          <p:cNvSpPr>
            <a:spLocks noGrp="1"/>
          </p:cNvSpPr>
          <p:nvPr>
            <p:ph type="pic" sz="quarter" idx="22"/>
          </p:nvPr>
        </p:nvSpPr>
        <p:spPr>
          <a:xfrm>
            <a:off x="4679364" y="0"/>
            <a:ext cx="7512636" cy="6858000"/>
          </a:xfrm>
          <a:custGeom>
            <a:avLst/>
            <a:gdLst>
              <a:gd name="connsiteX0" fmla="*/ 0 w 8207375"/>
              <a:gd name="connsiteY0" fmla="*/ 0 h 6065838"/>
              <a:gd name="connsiteX1" fmla="*/ 8207375 w 8207375"/>
              <a:gd name="connsiteY1" fmla="*/ 0 h 6065838"/>
              <a:gd name="connsiteX2" fmla="*/ 8207375 w 8207375"/>
              <a:gd name="connsiteY2" fmla="*/ 6065838 h 6065838"/>
              <a:gd name="connsiteX3" fmla="*/ 0 w 8207375"/>
              <a:gd name="connsiteY3" fmla="*/ 6065838 h 6065838"/>
              <a:gd name="connsiteX4" fmla="*/ 0 w 8207375"/>
              <a:gd name="connsiteY4" fmla="*/ 0 h 6065838"/>
              <a:gd name="connsiteX0" fmla="*/ 0 w 8921053"/>
              <a:gd name="connsiteY0" fmla="*/ 22303 h 6065838"/>
              <a:gd name="connsiteX1" fmla="*/ 8921053 w 8921053"/>
              <a:gd name="connsiteY1" fmla="*/ 0 h 6065838"/>
              <a:gd name="connsiteX2" fmla="*/ 8921053 w 8921053"/>
              <a:gd name="connsiteY2" fmla="*/ 6065838 h 6065838"/>
              <a:gd name="connsiteX3" fmla="*/ 713678 w 8921053"/>
              <a:gd name="connsiteY3" fmla="*/ 6065838 h 6065838"/>
              <a:gd name="connsiteX4" fmla="*/ 0 w 8921053"/>
              <a:gd name="connsiteY4" fmla="*/ 22303 h 6065838"/>
              <a:gd name="connsiteX0" fmla="*/ 0 w 9009654"/>
              <a:gd name="connsiteY0" fmla="*/ 0 h 6092851"/>
              <a:gd name="connsiteX1" fmla="*/ 9009654 w 9009654"/>
              <a:gd name="connsiteY1" fmla="*/ 27013 h 6092851"/>
              <a:gd name="connsiteX2" fmla="*/ 9009654 w 9009654"/>
              <a:gd name="connsiteY2" fmla="*/ 6092851 h 6092851"/>
              <a:gd name="connsiteX3" fmla="*/ 802279 w 9009654"/>
              <a:gd name="connsiteY3" fmla="*/ 6092851 h 6092851"/>
              <a:gd name="connsiteX4" fmla="*/ 0 w 9009654"/>
              <a:gd name="connsiteY4" fmla="*/ 0 h 6092851"/>
              <a:gd name="connsiteX0" fmla="*/ 0 w 10427259"/>
              <a:gd name="connsiteY0" fmla="*/ 0 h 6073125"/>
              <a:gd name="connsiteX1" fmla="*/ 10427259 w 10427259"/>
              <a:gd name="connsiteY1" fmla="*/ 7287 h 6073125"/>
              <a:gd name="connsiteX2" fmla="*/ 10427259 w 10427259"/>
              <a:gd name="connsiteY2" fmla="*/ 6073125 h 6073125"/>
              <a:gd name="connsiteX3" fmla="*/ 2219884 w 10427259"/>
              <a:gd name="connsiteY3" fmla="*/ 6073125 h 6073125"/>
              <a:gd name="connsiteX4" fmla="*/ 0 w 10427259"/>
              <a:gd name="connsiteY4" fmla="*/ 0 h 6073125"/>
              <a:gd name="connsiteX0" fmla="*/ 0 w 15189526"/>
              <a:gd name="connsiteY0" fmla="*/ 0 h 6073125"/>
              <a:gd name="connsiteX1" fmla="*/ 15189526 w 15189526"/>
              <a:gd name="connsiteY1" fmla="*/ 7287 h 6073125"/>
              <a:gd name="connsiteX2" fmla="*/ 15189526 w 15189526"/>
              <a:gd name="connsiteY2" fmla="*/ 6073125 h 6073125"/>
              <a:gd name="connsiteX3" fmla="*/ 6982151 w 15189526"/>
              <a:gd name="connsiteY3" fmla="*/ 6073125 h 6073125"/>
              <a:gd name="connsiteX4" fmla="*/ 0 w 15189526"/>
              <a:gd name="connsiteY4" fmla="*/ 0 h 6073125"/>
              <a:gd name="connsiteX0" fmla="*/ 6 w 15189532"/>
              <a:gd name="connsiteY0" fmla="*/ 2359 h 6075484"/>
              <a:gd name="connsiteX1" fmla="*/ 15189532 w 15189532"/>
              <a:gd name="connsiteY1" fmla="*/ 9646 h 6075484"/>
              <a:gd name="connsiteX2" fmla="*/ 15189532 w 15189532"/>
              <a:gd name="connsiteY2" fmla="*/ 6075484 h 6075484"/>
              <a:gd name="connsiteX3" fmla="*/ 6982157 w 15189532"/>
              <a:gd name="connsiteY3" fmla="*/ 6075484 h 6075484"/>
              <a:gd name="connsiteX4" fmla="*/ 6 w 15189532"/>
              <a:gd name="connsiteY4" fmla="*/ 2359 h 6075484"/>
              <a:gd name="connsiteX0" fmla="*/ 6 w 15189532"/>
              <a:gd name="connsiteY0" fmla="*/ 2359 h 6075484"/>
              <a:gd name="connsiteX1" fmla="*/ 15189532 w 15189532"/>
              <a:gd name="connsiteY1" fmla="*/ 9646 h 6075484"/>
              <a:gd name="connsiteX2" fmla="*/ 15189532 w 15189532"/>
              <a:gd name="connsiteY2" fmla="*/ 6075484 h 6075484"/>
              <a:gd name="connsiteX3" fmla="*/ 3836847 w 15189532"/>
              <a:gd name="connsiteY3" fmla="*/ 6075484 h 6075484"/>
              <a:gd name="connsiteX4" fmla="*/ 6 w 15189532"/>
              <a:gd name="connsiteY4" fmla="*/ 2359 h 6075484"/>
              <a:gd name="connsiteX0" fmla="*/ 6 w 15189532"/>
              <a:gd name="connsiteY0" fmla="*/ 2359 h 6075484"/>
              <a:gd name="connsiteX1" fmla="*/ 15189532 w 15189532"/>
              <a:gd name="connsiteY1" fmla="*/ 9646 h 6075484"/>
              <a:gd name="connsiteX2" fmla="*/ 15189532 w 15189532"/>
              <a:gd name="connsiteY2" fmla="*/ 6075484 h 6075484"/>
              <a:gd name="connsiteX3" fmla="*/ 3836847 w 15189532"/>
              <a:gd name="connsiteY3" fmla="*/ 6075484 h 6075484"/>
              <a:gd name="connsiteX4" fmla="*/ 6 w 15189532"/>
              <a:gd name="connsiteY4" fmla="*/ 2359 h 6075484"/>
              <a:gd name="connsiteX0" fmla="*/ 6 w 15189532"/>
              <a:gd name="connsiteY0" fmla="*/ 2359 h 6075484"/>
              <a:gd name="connsiteX1" fmla="*/ 15189532 w 15189532"/>
              <a:gd name="connsiteY1" fmla="*/ 9646 h 6075484"/>
              <a:gd name="connsiteX2" fmla="*/ 15189532 w 15189532"/>
              <a:gd name="connsiteY2" fmla="*/ 6075484 h 6075484"/>
              <a:gd name="connsiteX3" fmla="*/ 3836847 w 15189532"/>
              <a:gd name="connsiteY3" fmla="*/ 6075484 h 6075484"/>
              <a:gd name="connsiteX4" fmla="*/ 6 w 15189532"/>
              <a:gd name="connsiteY4" fmla="*/ 2359 h 6075484"/>
              <a:gd name="connsiteX0" fmla="*/ 6 w 15189532"/>
              <a:gd name="connsiteY0" fmla="*/ 2359 h 6075484"/>
              <a:gd name="connsiteX1" fmla="*/ 15189532 w 15189532"/>
              <a:gd name="connsiteY1" fmla="*/ 9646 h 6075484"/>
              <a:gd name="connsiteX2" fmla="*/ 15189532 w 15189532"/>
              <a:gd name="connsiteY2" fmla="*/ 6075484 h 6075484"/>
              <a:gd name="connsiteX3" fmla="*/ 3836847 w 15189532"/>
              <a:gd name="connsiteY3" fmla="*/ 6075484 h 6075484"/>
              <a:gd name="connsiteX4" fmla="*/ 6 w 15189532"/>
              <a:gd name="connsiteY4" fmla="*/ 2359 h 6075484"/>
              <a:gd name="connsiteX0" fmla="*/ 6 w 15189532"/>
              <a:gd name="connsiteY0" fmla="*/ 2359 h 6075484"/>
              <a:gd name="connsiteX1" fmla="*/ 15189532 w 15189532"/>
              <a:gd name="connsiteY1" fmla="*/ 9646 h 6075484"/>
              <a:gd name="connsiteX2" fmla="*/ 15189532 w 15189532"/>
              <a:gd name="connsiteY2" fmla="*/ 6075484 h 6075484"/>
              <a:gd name="connsiteX3" fmla="*/ 3836847 w 15189532"/>
              <a:gd name="connsiteY3" fmla="*/ 6075484 h 6075484"/>
              <a:gd name="connsiteX4" fmla="*/ 6 w 15189532"/>
              <a:gd name="connsiteY4" fmla="*/ 2359 h 6075484"/>
              <a:gd name="connsiteX0" fmla="*/ 7 w 15145233"/>
              <a:gd name="connsiteY0" fmla="*/ 4987 h 6068249"/>
              <a:gd name="connsiteX1" fmla="*/ 15145233 w 15145233"/>
              <a:gd name="connsiteY1" fmla="*/ 2411 h 6068249"/>
              <a:gd name="connsiteX2" fmla="*/ 15145233 w 15145233"/>
              <a:gd name="connsiteY2" fmla="*/ 6068249 h 6068249"/>
              <a:gd name="connsiteX3" fmla="*/ 3792548 w 15145233"/>
              <a:gd name="connsiteY3" fmla="*/ 6068249 h 6068249"/>
              <a:gd name="connsiteX4" fmla="*/ 7 w 15145233"/>
              <a:gd name="connsiteY4" fmla="*/ 4987 h 6068249"/>
              <a:gd name="connsiteX0" fmla="*/ 7 w 15145233"/>
              <a:gd name="connsiteY0" fmla="*/ 22205 h 6085467"/>
              <a:gd name="connsiteX1" fmla="*/ 15145233 w 15145233"/>
              <a:gd name="connsiteY1" fmla="*/ 19629 h 6085467"/>
              <a:gd name="connsiteX2" fmla="*/ 15145233 w 15145233"/>
              <a:gd name="connsiteY2" fmla="*/ 6085467 h 6085467"/>
              <a:gd name="connsiteX3" fmla="*/ 3792548 w 15145233"/>
              <a:gd name="connsiteY3" fmla="*/ 6085467 h 6085467"/>
              <a:gd name="connsiteX4" fmla="*/ 7 w 15145233"/>
              <a:gd name="connsiteY4" fmla="*/ 22205 h 6085467"/>
              <a:gd name="connsiteX0" fmla="*/ 7 w 15167383"/>
              <a:gd name="connsiteY0" fmla="*/ 54493 h 6117755"/>
              <a:gd name="connsiteX1" fmla="*/ 15167383 w 15167383"/>
              <a:gd name="connsiteY1" fmla="*/ 12464 h 6117755"/>
              <a:gd name="connsiteX2" fmla="*/ 15145233 w 15167383"/>
              <a:gd name="connsiteY2" fmla="*/ 6117755 h 6117755"/>
              <a:gd name="connsiteX3" fmla="*/ 3792548 w 15167383"/>
              <a:gd name="connsiteY3" fmla="*/ 6117755 h 6117755"/>
              <a:gd name="connsiteX4" fmla="*/ 7 w 15167383"/>
              <a:gd name="connsiteY4" fmla="*/ 54493 h 6117755"/>
              <a:gd name="connsiteX0" fmla="*/ 7 w 15167383"/>
              <a:gd name="connsiteY0" fmla="*/ 42029 h 6105291"/>
              <a:gd name="connsiteX1" fmla="*/ 15167383 w 15167383"/>
              <a:gd name="connsiteY1" fmla="*/ 0 h 6105291"/>
              <a:gd name="connsiteX2" fmla="*/ 15145233 w 15167383"/>
              <a:gd name="connsiteY2" fmla="*/ 6105291 h 6105291"/>
              <a:gd name="connsiteX3" fmla="*/ 3792548 w 15167383"/>
              <a:gd name="connsiteY3" fmla="*/ 6105291 h 6105291"/>
              <a:gd name="connsiteX4" fmla="*/ 7 w 15167383"/>
              <a:gd name="connsiteY4" fmla="*/ 42029 h 6105291"/>
              <a:gd name="connsiteX0" fmla="*/ 7 w 15189534"/>
              <a:gd name="connsiteY0" fmla="*/ 2576 h 6105291"/>
              <a:gd name="connsiteX1" fmla="*/ 15189534 w 15189534"/>
              <a:gd name="connsiteY1" fmla="*/ 0 h 6105291"/>
              <a:gd name="connsiteX2" fmla="*/ 15167384 w 15189534"/>
              <a:gd name="connsiteY2" fmla="*/ 6105291 h 6105291"/>
              <a:gd name="connsiteX3" fmla="*/ 3814699 w 15189534"/>
              <a:gd name="connsiteY3" fmla="*/ 6105291 h 6105291"/>
              <a:gd name="connsiteX4" fmla="*/ 7 w 15189534"/>
              <a:gd name="connsiteY4" fmla="*/ 2576 h 6105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89534" h="6105291">
                <a:moveTo>
                  <a:pt x="7" y="2576"/>
                </a:moveTo>
                <a:cubicBezTo>
                  <a:pt x="-9185" y="-4858"/>
                  <a:pt x="8332203" y="17297"/>
                  <a:pt x="15189534" y="0"/>
                </a:cubicBezTo>
                <a:cubicBezTo>
                  <a:pt x="15182151" y="2035097"/>
                  <a:pt x="15174767" y="4070194"/>
                  <a:pt x="15167384" y="6105291"/>
                </a:cubicBezTo>
                <a:lnTo>
                  <a:pt x="3814699" y="6105291"/>
                </a:lnTo>
                <a:lnTo>
                  <a:pt x="7" y="2576"/>
                </a:lnTo>
                <a:close/>
              </a:path>
            </a:pathLst>
          </a:custGeom>
          <a:solidFill>
            <a:schemeClr val="bg1">
              <a:lumMod val="75000"/>
            </a:schemeClr>
          </a:solidFill>
        </p:spPr>
        <p:txBody>
          <a:bodyPr anchor="ctr"/>
          <a:lstStyle>
            <a:lvl1pPr marL="0" indent="0" algn="ctr">
              <a:buNone/>
              <a:defRPr b="0" i="0">
                <a:solidFill>
                  <a:schemeClr val="bg1">
                    <a:lumMod val="75000"/>
                  </a:schemeClr>
                </a:solidFill>
                <a:latin typeface="Aleo" pitchFamily="2" charset="77"/>
              </a:defRPr>
            </a:lvl1pPr>
          </a:lstStyle>
          <a:p>
            <a:r>
              <a:rPr lang="en-US" dirty="0"/>
              <a:t>Click icon to add picture</a:t>
            </a:r>
          </a:p>
        </p:txBody>
      </p:sp>
    </p:spTree>
    <p:extLst>
      <p:ext uri="{BB962C8B-B14F-4D97-AF65-F5344CB8AC3E}">
        <p14:creationId xmlns:p14="http://schemas.microsoft.com/office/powerpoint/2010/main" val="38763394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 Green - Quote">
    <p:spTree>
      <p:nvGrpSpPr>
        <p:cNvPr id="1" name=""/>
        <p:cNvGrpSpPr/>
        <p:nvPr/>
      </p:nvGrpSpPr>
      <p:grpSpPr>
        <a:xfrm>
          <a:off x="0" y="0"/>
          <a:ext cx="0" cy="0"/>
          <a:chOff x="0" y="0"/>
          <a:chExt cx="0" cy="0"/>
        </a:xfrm>
      </p:grpSpPr>
      <p:pic>
        <p:nvPicPr>
          <p:cNvPr id="7" name="Image 0" descr=" ">
            <a:extLst>
              <a:ext uri="{FF2B5EF4-FFF2-40B4-BE49-F238E27FC236}">
                <a16:creationId xmlns:a16="http://schemas.microsoft.com/office/drawing/2014/main" id="{1AFB4B5D-83BE-DA83-6EFF-6A77F44D94DD}"/>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3424" y="-7121"/>
            <a:ext cx="12218848" cy="6872243"/>
          </a:xfrm>
          <a:prstGeom prst="rect">
            <a:avLst/>
          </a:prstGeom>
        </p:spPr>
      </p:pic>
      <p:sp>
        <p:nvSpPr>
          <p:cNvPr id="2" name="Title 1">
            <a:extLst>
              <a:ext uri="{FF2B5EF4-FFF2-40B4-BE49-F238E27FC236}">
                <a16:creationId xmlns:a16="http://schemas.microsoft.com/office/drawing/2014/main" id="{C0AF36A4-F9A5-CDB8-5868-6F104204CEA8}"/>
              </a:ext>
            </a:extLst>
          </p:cNvPr>
          <p:cNvSpPr>
            <a:spLocks noGrp="1"/>
          </p:cNvSpPr>
          <p:nvPr>
            <p:ph type="title" hasCustomPrompt="1"/>
          </p:nvPr>
        </p:nvSpPr>
        <p:spPr>
          <a:xfrm>
            <a:off x="838200" y="1397000"/>
            <a:ext cx="10515600" cy="3822700"/>
          </a:xfrm>
        </p:spPr>
        <p:txBody>
          <a:bodyPr anchor="ctr">
            <a:noAutofit/>
          </a:bodyPr>
          <a:lstStyle>
            <a:lvl1pPr algn="ctr">
              <a:defRPr sz="5000">
                <a:solidFill>
                  <a:schemeClr val="bg2"/>
                </a:solidFill>
                <a:latin typeface="Aleo" pitchFamily="2" charset="77"/>
              </a:defRPr>
            </a:lvl1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efficitur</a:t>
            </a:r>
            <a:r>
              <a:rPr lang="en-US" dirty="0"/>
              <a:t> </a:t>
            </a:r>
            <a:r>
              <a:rPr lang="en-US" dirty="0" err="1"/>
              <a:t>condimentum</a:t>
            </a:r>
            <a:r>
              <a:rPr lang="en-US" dirty="0"/>
              <a:t> </a:t>
            </a:r>
            <a:r>
              <a:rPr lang="en-US" dirty="0" err="1"/>
              <a:t>lacus</a:t>
            </a:r>
            <a:r>
              <a:rPr lang="en-US" dirty="0"/>
              <a:t>, non </a:t>
            </a:r>
            <a:r>
              <a:rPr lang="en-US" dirty="0" err="1"/>
              <a:t>molestie</a:t>
            </a:r>
            <a:r>
              <a:rPr lang="en-US" dirty="0"/>
              <a:t> </a:t>
            </a:r>
            <a:r>
              <a:rPr lang="en-US" dirty="0" err="1"/>
              <a:t>cilisis</a:t>
            </a:r>
            <a:r>
              <a:rPr lang="en-US" dirty="0"/>
              <a:t> </a:t>
            </a:r>
            <a:r>
              <a:rPr lang="en-US" dirty="0" err="1"/>
              <a:t>tellus</a:t>
            </a:r>
            <a:r>
              <a:rPr lang="en-US" dirty="0"/>
              <a:t>.”</a:t>
            </a:r>
          </a:p>
        </p:txBody>
      </p:sp>
      <p:sp>
        <p:nvSpPr>
          <p:cNvPr id="4" name="Text Placeholder 2">
            <a:extLst>
              <a:ext uri="{FF2B5EF4-FFF2-40B4-BE49-F238E27FC236}">
                <a16:creationId xmlns:a16="http://schemas.microsoft.com/office/drawing/2014/main" id="{FD0C3CC3-F38A-6D10-CC1B-E1C759F51A8E}"/>
              </a:ext>
            </a:extLst>
          </p:cNvPr>
          <p:cNvSpPr>
            <a:spLocks noGrp="1"/>
          </p:cNvSpPr>
          <p:nvPr>
            <p:ph type="body" idx="1" hasCustomPrompt="1"/>
          </p:nvPr>
        </p:nvSpPr>
        <p:spPr>
          <a:xfrm>
            <a:off x="831850" y="5505428"/>
            <a:ext cx="10515600" cy="1118393"/>
          </a:xfrm>
        </p:spPr>
        <p:txBody>
          <a:bodyPr>
            <a:noAutofit/>
          </a:bodyPr>
          <a:lstStyle>
            <a:lvl1pPr marL="0" indent="0" algn="ctr">
              <a:buNone/>
              <a:defRPr sz="1800" spc="300">
                <a:solidFill>
                  <a:schemeClr val="accent2"/>
                </a:solidFill>
                <a:latin typeface="Aleo"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LOREM IPSUM DOLOR </a:t>
            </a:r>
          </a:p>
        </p:txBody>
      </p:sp>
      <p:sp>
        <p:nvSpPr>
          <p:cNvPr id="3" name="Text Placeholder 7">
            <a:extLst>
              <a:ext uri="{FF2B5EF4-FFF2-40B4-BE49-F238E27FC236}">
                <a16:creationId xmlns:a16="http://schemas.microsoft.com/office/drawing/2014/main" id="{4983F94F-A44F-4F52-937F-CAEF935DB801}"/>
              </a:ext>
            </a:extLst>
          </p:cNvPr>
          <p:cNvSpPr>
            <a:spLocks noGrp="1"/>
          </p:cNvSpPr>
          <p:nvPr>
            <p:ph type="body" sz="quarter" idx="12" hasCustomPrompt="1"/>
          </p:nvPr>
        </p:nvSpPr>
        <p:spPr>
          <a:xfrm>
            <a:off x="4749104" y="450924"/>
            <a:ext cx="2693793" cy="308731"/>
          </a:xfrm>
          <a:prstGeom prst="roundRect">
            <a:avLst/>
          </a:prstGeom>
        </p:spPr>
        <p:txBody>
          <a:bodyPr anchor="ctr"/>
          <a:lstStyle>
            <a:lvl1pPr algn="ctr">
              <a:buNone/>
              <a:defRPr sz="1000" spc="200" baseline="0"/>
            </a:lvl1pPr>
            <a:lvl2pPr algn="ctr">
              <a:buNone/>
              <a:defRPr/>
            </a:lvl2pPr>
            <a:lvl3pPr algn="ctr">
              <a:buNone/>
              <a:defRPr/>
            </a:lvl3pPr>
            <a:lvl4pPr algn="ctr">
              <a:buNone/>
              <a:defRPr/>
            </a:lvl4pPr>
            <a:lvl5pPr algn="ctr">
              <a:buNone/>
              <a:defRPr/>
            </a:lvl5pPr>
          </a:lstStyle>
          <a:p>
            <a:pPr lvl="0"/>
            <a:r>
              <a:rPr lang="en-US" dirty="0"/>
              <a:t>CLICK TO EDIT</a:t>
            </a:r>
          </a:p>
        </p:txBody>
      </p:sp>
    </p:spTree>
    <p:extLst>
      <p:ext uri="{BB962C8B-B14F-4D97-AF65-F5344CB8AC3E}">
        <p14:creationId xmlns:p14="http://schemas.microsoft.com/office/powerpoint/2010/main" val="2695510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 Gold - Quote">
    <p:spTree>
      <p:nvGrpSpPr>
        <p:cNvPr id="1" name=""/>
        <p:cNvGrpSpPr/>
        <p:nvPr/>
      </p:nvGrpSpPr>
      <p:grpSpPr>
        <a:xfrm>
          <a:off x="0" y="0"/>
          <a:ext cx="0" cy="0"/>
          <a:chOff x="0" y="0"/>
          <a:chExt cx="0" cy="0"/>
        </a:xfrm>
      </p:grpSpPr>
      <p:pic>
        <p:nvPicPr>
          <p:cNvPr id="3" name="Image 1">
            <a:extLst>
              <a:ext uri="{FF2B5EF4-FFF2-40B4-BE49-F238E27FC236}">
                <a16:creationId xmlns:a16="http://schemas.microsoft.com/office/drawing/2014/main" id="{FA0BD3E2-5930-F346-515A-90DFF6C08C52}"/>
              </a:ext>
            </a:extLst>
          </p:cNvPr>
          <p:cNvPicPr/>
          <p:nvPr userDrawn="1"/>
        </p:nvPicPr>
        <p:blipFill>
          <a:blip r:embed="rId2"/>
          <a:srcRect/>
          <a:stretch/>
        </p:blipFill>
        <p:spPr>
          <a:xfrm>
            <a:off x="0" y="-3175"/>
            <a:ext cx="12192000" cy="6864350"/>
          </a:xfrm>
          <a:prstGeom prst="rect">
            <a:avLst/>
          </a:prstGeom>
        </p:spPr>
      </p:pic>
      <p:sp>
        <p:nvSpPr>
          <p:cNvPr id="2" name="Title 1">
            <a:extLst>
              <a:ext uri="{FF2B5EF4-FFF2-40B4-BE49-F238E27FC236}">
                <a16:creationId xmlns:a16="http://schemas.microsoft.com/office/drawing/2014/main" id="{C0AF36A4-F9A5-CDB8-5868-6F104204CEA8}"/>
              </a:ext>
            </a:extLst>
          </p:cNvPr>
          <p:cNvSpPr>
            <a:spLocks noGrp="1"/>
          </p:cNvSpPr>
          <p:nvPr>
            <p:ph type="title" hasCustomPrompt="1"/>
          </p:nvPr>
        </p:nvSpPr>
        <p:spPr>
          <a:xfrm>
            <a:off x="838200" y="1397000"/>
            <a:ext cx="10515600" cy="3822700"/>
          </a:xfrm>
        </p:spPr>
        <p:txBody>
          <a:bodyPr anchor="ctr">
            <a:noAutofit/>
          </a:bodyPr>
          <a:lstStyle>
            <a:lvl1pPr algn="ctr">
              <a:defRPr sz="5000">
                <a:solidFill>
                  <a:schemeClr val="bg2"/>
                </a:solidFill>
                <a:latin typeface="Aleo" pitchFamily="2" charset="77"/>
              </a:defRPr>
            </a:lvl1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Nunc </a:t>
            </a:r>
            <a:r>
              <a:rPr lang="en-US" dirty="0" err="1"/>
              <a:t>efficitur</a:t>
            </a:r>
            <a:r>
              <a:rPr lang="en-US" dirty="0"/>
              <a:t> </a:t>
            </a:r>
            <a:r>
              <a:rPr lang="en-US" dirty="0" err="1"/>
              <a:t>condimentum</a:t>
            </a:r>
            <a:r>
              <a:rPr lang="en-US" dirty="0"/>
              <a:t> </a:t>
            </a:r>
            <a:r>
              <a:rPr lang="en-US" dirty="0" err="1"/>
              <a:t>lacus</a:t>
            </a:r>
            <a:r>
              <a:rPr lang="en-US" dirty="0"/>
              <a:t>, non </a:t>
            </a:r>
            <a:r>
              <a:rPr lang="en-US" dirty="0" err="1"/>
              <a:t>molestie</a:t>
            </a:r>
            <a:r>
              <a:rPr lang="en-US" dirty="0"/>
              <a:t> </a:t>
            </a:r>
            <a:r>
              <a:rPr lang="en-US" dirty="0" err="1"/>
              <a:t>cilisis</a:t>
            </a:r>
            <a:r>
              <a:rPr lang="en-US" dirty="0"/>
              <a:t> </a:t>
            </a:r>
            <a:r>
              <a:rPr lang="en-US" dirty="0" err="1"/>
              <a:t>tellus</a:t>
            </a:r>
            <a:r>
              <a:rPr lang="en-US" dirty="0"/>
              <a:t>.”</a:t>
            </a:r>
          </a:p>
        </p:txBody>
      </p:sp>
      <p:sp>
        <p:nvSpPr>
          <p:cNvPr id="4" name="Text Placeholder 2">
            <a:extLst>
              <a:ext uri="{FF2B5EF4-FFF2-40B4-BE49-F238E27FC236}">
                <a16:creationId xmlns:a16="http://schemas.microsoft.com/office/drawing/2014/main" id="{FD0C3CC3-F38A-6D10-CC1B-E1C759F51A8E}"/>
              </a:ext>
            </a:extLst>
          </p:cNvPr>
          <p:cNvSpPr>
            <a:spLocks noGrp="1"/>
          </p:cNvSpPr>
          <p:nvPr>
            <p:ph type="body" idx="1" hasCustomPrompt="1"/>
          </p:nvPr>
        </p:nvSpPr>
        <p:spPr>
          <a:xfrm>
            <a:off x="831850" y="5505428"/>
            <a:ext cx="10515600" cy="1118393"/>
          </a:xfrm>
        </p:spPr>
        <p:txBody>
          <a:bodyPr>
            <a:noAutofit/>
          </a:bodyPr>
          <a:lstStyle>
            <a:lvl1pPr marL="0" indent="0" algn="ctr">
              <a:buNone/>
              <a:defRPr sz="1800" spc="300">
                <a:solidFill>
                  <a:schemeClr val="bg2"/>
                </a:solidFill>
                <a:latin typeface="Aleo"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LOREM IPSUM DOLOR </a:t>
            </a:r>
          </a:p>
        </p:txBody>
      </p:sp>
      <p:sp>
        <p:nvSpPr>
          <p:cNvPr id="7" name="Text Placeholder 7">
            <a:extLst>
              <a:ext uri="{FF2B5EF4-FFF2-40B4-BE49-F238E27FC236}">
                <a16:creationId xmlns:a16="http://schemas.microsoft.com/office/drawing/2014/main" id="{91CE42E1-ACA1-3BD6-5810-458BF335C8A8}"/>
              </a:ext>
            </a:extLst>
          </p:cNvPr>
          <p:cNvSpPr>
            <a:spLocks noGrp="1"/>
          </p:cNvSpPr>
          <p:nvPr>
            <p:ph type="body" sz="quarter" idx="12" hasCustomPrompt="1"/>
          </p:nvPr>
        </p:nvSpPr>
        <p:spPr>
          <a:xfrm>
            <a:off x="4749104" y="450924"/>
            <a:ext cx="2693793" cy="308731"/>
          </a:xfrm>
          <a:prstGeom prst="roundRect">
            <a:avLst/>
          </a:prstGeom>
        </p:spPr>
        <p:txBody>
          <a:bodyPr anchor="ctr"/>
          <a:lstStyle>
            <a:lvl1pPr algn="ctr">
              <a:buNone/>
              <a:defRPr sz="1000" spc="200" baseline="0"/>
            </a:lvl1pPr>
            <a:lvl2pPr algn="ctr">
              <a:buNone/>
              <a:defRPr/>
            </a:lvl2pPr>
            <a:lvl3pPr algn="ctr">
              <a:buNone/>
              <a:defRPr/>
            </a:lvl3pPr>
            <a:lvl4pPr algn="ctr">
              <a:buNone/>
              <a:defRPr/>
            </a:lvl4pPr>
            <a:lvl5pPr algn="ctr">
              <a:buNone/>
              <a:defRPr/>
            </a:lvl5pPr>
          </a:lstStyle>
          <a:p>
            <a:pPr lvl="0"/>
            <a:r>
              <a:rPr lang="en-US" dirty="0"/>
              <a:t>CLICK TO EDIT</a:t>
            </a:r>
          </a:p>
        </p:txBody>
      </p:sp>
    </p:spTree>
    <p:extLst>
      <p:ext uri="{BB962C8B-B14F-4D97-AF65-F5344CB8AC3E}">
        <p14:creationId xmlns:p14="http://schemas.microsoft.com/office/powerpoint/2010/main" val="42269971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 Green - Cypher">
    <p:spTree>
      <p:nvGrpSpPr>
        <p:cNvPr id="1" name=""/>
        <p:cNvGrpSpPr/>
        <p:nvPr/>
      </p:nvGrpSpPr>
      <p:grpSpPr>
        <a:xfrm>
          <a:off x="0" y="0"/>
          <a:ext cx="0" cy="0"/>
          <a:chOff x="0" y="0"/>
          <a:chExt cx="0" cy="0"/>
        </a:xfrm>
      </p:grpSpPr>
      <p:pic>
        <p:nvPicPr>
          <p:cNvPr id="7" name="Image 0" descr=" ">
            <a:extLst>
              <a:ext uri="{FF2B5EF4-FFF2-40B4-BE49-F238E27FC236}">
                <a16:creationId xmlns:a16="http://schemas.microsoft.com/office/drawing/2014/main" id="{1D1C43C8-5336-A319-AEFC-A408420A063A}"/>
              </a:ext>
            </a:extLst>
          </p:cNvPr>
          <p:cNvPicPr>
            <a:picLocks noChangeAspect="1"/>
          </p:cNvPicPr>
          <p:nvPr userDrawn="1"/>
        </p:nvPicPr>
        <p:blipFill>
          <a:blip r:embed="rId2"/>
          <a:stretch>
            <a:fillRect/>
          </a:stretch>
        </p:blipFill>
        <p:spPr>
          <a:xfrm>
            <a:off x="0" y="0"/>
            <a:ext cx="12218848" cy="6872243"/>
          </a:xfrm>
          <a:prstGeom prst="rect">
            <a:avLst/>
          </a:prstGeom>
        </p:spPr>
      </p:pic>
      <p:pic>
        <p:nvPicPr>
          <p:cNvPr id="6" name="Picture 5" descr="A white logo with a crown&#10;&#10;AI-generated content may be incorrect.">
            <a:extLst>
              <a:ext uri="{FF2B5EF4-FFF2-40B4-BE49-F238E27FC236}">
                <a16:creationId xmlns:a16="http://schemas.microsoft.com/office/drawing/2014/main" id="{9749074B-F305-4BBE-4597-95E744794F62}"/>
              </a:ext>
            </a:extLst>
          </p:cNvPr>
          <p:cNvPicPr>
            <a:picLocks noChangeAspect="1"/>
          </p:cNvPicPr>
          <p:nvPr userDrawn="1"/>
        </p:nvPicPr>
        <p:blipFill>
          <a:blip r:embed="rId3">
            <a:alphaModFix amt="5000"/>
          </a:blip>
          <a:stretch>
            <a:fillRect/>
          </a:stretch>
        </p:blipFill>
        <p:spPr>
          <a:xfrm>
            <a:off x="3460623" y="798770"/>
            <a:ext cx="5270754" cy="5260460"/>
          </a:xfrm>
          <a:prstGeom prst="rect">
            <a:avLst/>
          </a:prstGeom>
        </p:spPr>
      </p:pic>
    </p:spTree>
    <p:extLst>
      <p:ext uri="{BB962C8B-B14F-4D97-AF65-F5344CB8AC3E}">
        <p14:creationId xmlns:p14="http://schemas.microsoft.com/office/powerpoint/2010/main" val="1151676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 Gold - Cypher">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1410741-2B4B-D8F2-5851-B03C40000FDF}"/>
              </a:ext>
            </a:extLst>
          </p:cNvPr>
          <p:cNvPicPr/>
          <p:nvPr userDrawn="1"/>
        </p:nvPicPr>
        <p:blipFill>
          <a:blip r:embed="rId2"/>
          <a:srcRect/>
          <a:stretch/>
        </p:blipFill>
        <p:spPr>
          <a:xfrm>
            <a:off x="0" y="-3175"/>
            <a:ext cx="12192000" cy="6864350"/>
          </a:xfrm>
          <a:prstGeom prst="rect">
            <a:avLst/>
          </a:prstGeom>
        </p:spPr>
      </p:pic>
      <p:pic>
        <p:nvPicPr>
          <p:cNvPr id="3" name="Picture 2" descr="A white logo with a crown&#10;&#10;AI-generated content may be incorrect.">
            <a:extLst>
              <a:ext uri="{FF2B5EF4-FFF2-40B4-BE49-F238E27FC236}">
                <a16:creationId xmlns:a16="http://schemas.microsoft.com/office/drawing/2014/main" id="{F96565FF-832C-033E-EDAD-2F22269E4438}"/>
              </a:ext>
            </a:extLst>
          </p:cNvPr>
          <p:cNvPicPr>
            <a:picLocks noChangeAspect="1"/>
          </p:cNvPicPr>
          <p:nvPr userDrawn="1"/>
        </p:nvPicPr>
        <p:blipFill>
          <a:blip r:embed="rId3">
            <a:alphaModFix amt="5000"/>
          </a:blip>
          <a:stretch>
            <a:fillRect/>
          </a:stretch>
        </p:blipFill>
        <p:spPr>
          <a:xfrm>
            <a:off x="3460623" y="798770"/>
            <a:ext cx="5270754" cy="5260460"/>
          </a:xfrm>
          <a:prstGeom prst="rect">
            <a:avLst/>
          </a:prstGeom>
        </p:spPr>
      </p:pic>
    </p:spTree>
    <p:extLst>
      <p:ext uri="{BB962C8B-B14F-4D97-AF65-F5344CB8AC3E}">
        <p14:creationId xmlns:p14="http://schemas.microsoft.com/office/powerpoint/2010/main" val="2068039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Image 0" descr=" ">
            <a:extLst>
              <a:ext uri="{FF2B5EF4-FFF2-40B4-BE49-F238E27FC236}">
                <a16:creationId xmlns:a16="http://schemas.microsoft.com/office/drawing/2014/main" id="{CE040312-3BE9-345F-76EA-BD6381413052}"/>
              </a:ext>
            </a:extLst>
          </p:cNvPr>
          <p:cNvPicPr>
            <a:picLocks noChangeAspect="1"/>
          </p:cNvPicPr>
          <p:nvPr userDrawn="1"/>
        </p:nvPicPr>
        <p:blipFill>
          <a:blip r:embed="rId17"/>
          <a:srcRect l="20590" r="72773"/>
          <a:stretch>
            <a:fillRect/>
          </a:stretch>
        </p:blipFill>
        <p:spPr>
          <a:xfrm rot="5400000">
            <a:off x="5821735" y="-5821735"/>
            <a:ext cx="548530" cy="12192000"/>
          </a:xfrm>
          <a:prstGeom prst="rect">
            <a:avLst/>
          </a:prstGeom>
        </p:spPr>
      </p:pic>
      <p:sp>
        <p:nvSpPr>
          <p:cNvPr id="8" name="Text 3">
            <a:extLst>
              <a:ext uri="{FF2B5EF4-FFF2-40B4-BE49-F238E27FC236}">
                <a16:creationId xmlns:a16="http://schemas.microsoft.com/office/drawing/2014/main" id="{421BC84A-41E1-AF77-2800-D66396AB2C40}"/>
              </a:ext>
            </a:extLst>
          </p:cNvPr>
          <p:cNvSpPr/>
          <p:nvPr userDrawn="1"/>
        </p:nvSpPr>
        <p:spPr>
          <a:xfrm>
            <a:off x="7016818" y="6647862"/>
            <a:ext cx="4853817" cy="176347"/>
          </a:xfrm>
          <a:prstGeom prst="rect">
            <a:avLst/>
          </a:prstGeom>
          <a:noFill/>
          <a:ln/>
        </p:spPr>
        <p:txBody>
          <a:bodyPr wrap="square" lIns="0" tIns="0" rIns="0" bIns="0" rtlCol="0" anchor="ctr"/>
          <a:lstStyle/>
          <a:p>
            <a:pPr algn="r"/>
            <a:r>
              <a:rPr lang="en-US" sz="800" kern="0" spc="280" dirty="0">
                <a:solidFill>
                  <a:srgbClr val="B38D4C">
                    <a:alpha val="93000"/>
                  </a:srgbClr>
                </a:solidFill>
                <a:latin typeface="Aleo" pitchFamily="2" charset="77"/>
              </a:rPr>
              <a:t>October 28</a:t>
            </a:r>
            <a:r>
              <a:rPr lang="en-US" sz="800" kern="0" spc="280" baseline="30000" dirty="0">
                <a:solidFill>
                  <a:srgbClr val="B38D4C">
                    <a:alpha val="93000"/>
                  </a:srgbClr>
                </a:solidFill>
                <a:latin typeface="Aleo" pitchFamily="2" charset="77"/>
              </a:rPr>
              <a:t>th</a:t>
            </a:r>
            <a:r>
              <a:rPr lang="en-US" sz="800" kern="0" spc="280" dirty="0">
                <a:solidFill>
                  <a:srgbClr val="B38D4C">
                    <a:alpha val="93000"/>
                  </a:srgbClr>
                </a:solidFill>
                <a:latin typeface="Aleo" pitchFamily="2" charset="77"/>
              </a:rPr>
              <a:t>, 2026</a:t>
            </a:r>
          </a:p>
        </p:txBody>
      </p:sp>
      <p:pic>
        <p:nvPicPr>
          <p:cNvPr id="9" name="Image 3" descr=" ">
            <a:extLst>
              <a:ext uri="{FF2B5EF4-FFF2-40B4-BE49-F238E27FC236}">
                <a16:creationId xmlns:a16="http://schemas.microsoft.com/office/drawing/2014/main" id="{F67ABC0D-D236-2F75-7451-FD1DAEE9E335}"/>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433803" y="6680465"/>
            <a:ext cx="387624" cy="107997"/>
          </a:xfrm>
          <a:prstGeom prst="rect">
            <a:avLst/>
          </a:prstGeom>
        </p:spPr>
      </p:pic>
      <p:cxnSp>
        <p:nvCxnSpPr>
          <p:cNvPr id="11" name="Straight Connector 10">
            <a:extLst>
              <a:ext uri="{FF2B5EF4-FFF2-40B4-BE49-F238E27FC236}">
                <a16:creationId xmlns:a16="http://schemas.microsoft.com/office/drawing/2014/main" id="{43E20656-0C5E-7DF5-5253-8CD46E2060C5}"/>
              </a:ext>
            </a:extLst>
          </p:cNvPr>
          <p:cNvCxnSpPr>
            <a:cxnSpLocks/>
          </p:cNvCxnSpPr>
          <p:nvPr userDrawn="1"/>
        </p:nvCxnSpPr>
        <p:spPr>
          <a:xfrm>
            <a:off x="321366" y="6563001"/>
            <a:ext cx="11549269" cy="0"/>
          </a:xfrm>
          <a:prstGeom prst="line">
            <a:avLst/>
          </a:prstGeom>
          <a:ln w="6350">
            <a:solidFill>
              <a:schemeClr val="accent2">
                <a:alpha val="99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A1EEB46-9B2C-C36B-ABD5-0FA41CF5BC9B}"/>
              </a:ext>
            </a:extLst>
          </p:cNvPr>
          <p:cNvCxnSpPr/>
          <p:nvPr userDrawn="1"/>
        </p:nvCxnSpPr>
        <p:spPr>
          <a:xfrm>
            <a:off x="980661" y="6556375"/>
            <a:ext cx="0" cy="30480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0" name="Text 3">
            <a:extLst>
              <a:ext uri="{FF2B5EF4-FFF2-40B4-BE49-F238E27FC236}">
                <a16:creationId xmlns:a16="http://schemas.microsoft.com/office/drawing/2014/main" id="{9764EB5A-1916-B043-E427-A875444413C3}"/>
              </a:ext>
            </a:extLst>
          </p:cNvPr>
          <p:cNvSpPr/>
          <p:nvPr userDrawn="1"/>
        </p:nvSpPr>
        <p:spPr>
          <a:xfrm>
            <a:off x="1183177" y="6647862"/>
            <a:ext cx="4853817" cy="176347"/>
          </a:xfrm>
          <a:prstGeom prst="rect">
            <a:avLst/>
          </a:prstGeom>
          <a:noFill/>
          <a:ln/>
        </p:spPr>
        <p:txBody>
          <a:bodyPr wrap="square" lIns="0" tIns="0" rIns="0" bIns="0" rtlCol="0" anchor="ctr"/>
          <a:lstStyle/>
          <a:p>
            <a:pPr algn="l"/>
            <a:r>
              <a:rPr lang="en-US" sz="800" kern="0" spc="280">
                <a:solidFill>
                  <a:srgbClr val="B38D4C">
                    <a:alpha val="93000"/>
                  </a:srgbClr>
                </a:solidFill>
                <a:latin typeface="Aleo" pitchFamily="2" charset="77"/>
                <a:ea typeface="+mn-ea"/>
                <a:cs typeface="+mn-cs"/>
              </a:rPr>
              <a:t>AAC</a:t>
            </a:r>
            <a:r>
              <a:rPr lang="en-US" sz="800" kern="0" spc="280" dirty="0">
                <a:solidFill>
                  <a:srgbClr val="B38D4C">
                    <a:alpha val="93000"/>
                  </a:srgbClr>
                </a:solidFill>
                <a:latin typeface="Aleo" pitchFamily="2" charset="77"/>
                <a:ea typeface="+mn-ea"/>
                <a:cs typeface="+mn-cs"/>
              </a:rPr>
              <a:t>&amp;U Conference on AI &amp; Higher Education</a:t>
            </a:r>
          </a:p>
        </p:txBody>
      </p:sp>
    </p:spTree>
    <p:extLst>
      <p:ext uri="{BB962C8B-B14F-4D97-AF65-F5344CB8AC3E}">
        <p14:creationId xmlns:p14="http://schemas.microsoft.com/office/powerpoint/2010/main" val="3402687676"/>
      </p:ext>
    </p:extLst>
  </p:cSld>
  <p:clrMap bg1="lt1" tx1="dk1" bg2="lt2" tx2="dk2" accent1="accent1" accent2="accent2" accent3="accent3" accent4="accent4" accent5="accent5" accent6="accent6" hlink="hlink" folHlink="folHlink"/>
  <p:sldLayoutIdLst>
    <p:sldLayoutId id="2147483699" r:id="rId1"/>
    <p:sldLayoutId id="2147483754" r:id="rId2"/>
    <p:sldLayoutId id="2147483700" r:id="rId3"/>
    <p:sldLayoutId id="2147483714" r:id="rId4"/>
    <p:sldLayoutId id="2147483716" r:id="rId5"/>
    <p:sldLayoutId id="2147483717" r:id="rId6"/>
    <p:sldLayoutId id="2147483718" r:id="rId7"/>
    <p:sldLayoutId id="2147483719" r:id="rId8"/>
    <p:sldLayoutId id="2147483752" r:id="rId9"/>
    <p:sldLayoutId id="2147483756" r:id="rId10"/>
    <p:sldLayoutId id="2147483753" r:id="rId11"/>
    <p:sldLayoutId id="2147483715" r:id="rId12"/>
    <p:sldLayoutId id="2147483755" r:id="rId13"/>
    <p:sldLayoutId id="2147483749" r:id="rId14"/>
    <p:sldLayoutId id="2147483757" r:id="rId15"/>
  </p:sldLayoutIdLst>
  <p:txStyles>
    <p:titleStyle>
      <a:lvl1pPr algn="l" defTabSz="914400" rtl="0" eaLnBrk="1" latinLnBrk="0" hangingPunct="1">
        <a:lnSpc>
          <a:spcPct val="90000"/>
        </a:lnSpc>
        <a:spcBef>
          <a:spcPct val="0"/>
        </a:spcBef>
        <a:buNone/>
        <a:defRPr sz="3800" kern="1200">
          <a:solidFill>
            <a:schemeClr val="tx1"/>
          </a:solidFill>
          <a:latin typeface="Aleo"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eo" pitchFamily="2" charset="77"/>
          <a:ea typeface="Roboto Medium"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eo" pitchFamily="2" charset="77"/>
          <a:ea typeface="Roboto Medium"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eo" pitchFamily="2" charset="77"/>
          <a:ea typeface="Roboto Medium"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eo" pitchFamily="2" charset="77"/>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eo" pitchFamily="2" charset="77"/>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0" descr=" ">
            <a:extLst>
              <a:ext uri="{FF2B5EF4-FFF2-40B4-BE49-F238E27FC236}">
                <a16:creationId xmlns:a16="http://schemas.microsoft.com/office/drawing/2014/main" id="{26766CBC-F4DD-DAF7-570D-E67A04A32698}"/>
              </a:ext>
            </a:extLst>
          </p:cNvPr>
          <p:cNvPicPr>
            <a:picLocks noChangeAspect="1"/>
          </p:cNvPicPr>
          <p:nvPr userDrawn="1"/>
        </p:nvPicPr>
        <p:blipFill>
          <a:blip r:embed="rId9"/>
          <a:stretch>
            <a:fillRect/>
          </a:stretch>
        </p:blipFill>
        <p:spPr>
          <a:xfrm>
            <a:off x="0" y="0"/>
            <a:ext cx="12218848" cy="6858000"/>
          </a:xfrm>
          <a:prstGeom prst="rect">
            <a:avLst/>
          </a:prstGeom>
        </p:spPr>
      </p:pic>
      <p:sp>
        <p:nvSpPr>
          <p:cNvPr id="2" name="Text Placeholder 1">
            <a:extLst>
              <a:ext uri="{FF2B5EF4-FFF2-40B4-BE49-F238E27FC236}">
                <a16:creationId xmlns:a16="http://schemas.microsoft.com/office/drawing/2014/main" id="{8D923634-A990-F84A-9654-6B4F68904B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281450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735" r:id="rId3"/>
    <p:sldLayoutId id="2147483685" r:id="rId4"/>
    <p:sldLayoutId id="2147483686" r:id="rId5"/>
    <p:sldLayoutId id="2147483661" r:id="rId6"/>
    <p:sldLayoutId id="214748369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b="0" i="0" kern="1200">
          <a:solidFill>
            <a:srgbClr val="F7F4EF"/>
          </a:solidFill>
          <a:latin typeface="Aleo" pitchFamily="2" charset="77"/>
          <a:ea typeface="Roboto Medium" panose="02000000000000000000" pitchFamily="2" charset="0"/>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b="0" i="0" kern="1200">
          <a:solidFill>
            <a:srgbClr val="F7F4EF"/>
          </a:solidFill>
          <a:latin typeface="Aleo" pitchFamily="2" charset="77"/>
          <a:ea typeface="Roboto Medium" panose="02000000000000000000" pitchFamily="2" charset="0"/>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b="0" i="0" kern="1200">
          <a:solidFill>
            <a:srgbClr val="F7F4EF"/>
          </a:solidFill>
          <a:latin typeface="Aleo" pitchFamily="2" charset="77"/>
          <a:ea typeface="Roboto Medium" panose="02000000000000000000" pitchFamily="2" charset="0"/>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b="0" i="0" kern="1200">
          <a:solidFill>
            <a:srgbClr val="F7F4EF"/>
          </a:solidFill>
          <a:latin typeface="Aleo" pitchFamily="2" charset="77"/>
          <a:ea typeface="Roboto Medium" panose="02000000000000000000" pitchFamily="2" charset="0"/>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b="0" i="0" kern="1200">
          <a:solidFill>
            <a:srgbClr val="F7F4EF"/>
          </a:solidFill>
          <a:latin typeface="Aleo" pitchFamily="2" charset="77"/>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akeegan01@wm.edu" TargetMode="External"/><Relationship Id="rId2" Type="http://schemas.openxmlformats.org/officeDocument/2006/relationships/hyperlink" Target="mailto:dcschmidt@wm.edu" TargetMode="External"/><Relationship Id="rId1" Type="http://schemas.openxmlformats.org/officeDocument/2006/relationships/slideLayout" Target="../slideLayouts/slideLayout16.xml"/><Relationship Id="rId4" Type="http://schemas.openxmlformats.org/officeDocument/2006/relationships/hyperlink" Target="mailto:kipowell@wm.edu"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346C7-9B77-0F13-73AE-2454C6459FBC}"/>
              </a:ext>
            </a:extLst>
          </p:cNvPr>
          <p:cNvSpPr>
            <a:spLocks noGrp="1"/>
          </p:cNvSpPr>
          <p:nvPr>
            <p:ph type="ctrTitle"/>
          </p:nvPr>
        </p:nvSpPr>
        <p:spPr>
          <a:xfrm>
            <a:off x="3144864" y="623395"/>
            <a:ext cx="9013127" cy="2354267"/>
          </a:xfrm>
        </p:spPr>
        <p:txBody>
          <a:bodyPr/>
          <a:lstStyle/>
          <a:p>
            <a:pPr algn="ctr">
              <a:spcBef>
                <a:spcPts val="600"/>
              </a:spcBef>
              <a:spcAft>
                <a:spcPts val="600"/>
              </a:spcAft>
            </a:pPr>
            <a:r>
              <a:rPr lang="en-US" sz="4000" dirty="0"/>
              <a:t>Preparing Purpose-Ready Graduates for an AI-Augmented Workforce: </a:t>
            </a:r>
            <a:br>
              <a:rPr lang="en-US" sz="4000" dirty="0"/>
            </a:br>
            <a:endParaRPr lang="en-US" sz="6600" dirty="0"/>
          </a:p>
        </p:txBody>
      </p:sp>
      <p:sp>
        <p:nvSpPr>
          <p:cNvPr id="4" name="Rectangle 3086">
            <a:extLst>
              <a:ext uri="{FF2B5EF4-FFF2-40B4-BE49-F238E27FC236}">
                <a16:creationId xmlns:a16="http://schemas.microsoft.com/office/drawing/2014/main" id="{0C43EB9A-6112-33EC-8EB8-77D4E1A4D53B}"/>
              </a:ext>
            </a:extLst>
          </p:cNvPr>
          <p:cNvSpPr>
            <a:spLocks noChangeArrowheads="1"/>
          </p:cNvSpPr>
          <p:nvPr/>
        </p:nvSpPr>
        <p:spPr bwMode="auto">
          <a:xfrm>
            <a:off x="3964312" y="5123746"/>
            <a:ext cx="4622518" cy="954107"/>
          </a:xfrm>
          <a:prstGeom prst="rect">
            <a:avLst/>
          </a:prstGeom>
          <a:noFill/>
          <a:ln w="12700">
            <a:noFill/>
            <a:miter lim="800000"/>
            <a:headEnd/>
            <a:tailEnd/>
          </a:ln>
        </p:spPr>
        <p:txBody>
          <a:bodyPr wrap="square">
            <a:spAutoFit/>
          </a:bodyPr>
          <a:lstStyle/>
          <a:p>
            <a:pPr algn="ctr">
              <a:spcBef>
                <a:spcPts val="1000"/>
              </a:spcBef>
              <a:spcAft>
                <a:spcPts val="1600"/>
              </a:spcAft>
            </a:pPr>
            <a:r>
              <a:rPr lang="en-US" sz="2800" dirty="0">
                <a:solidFill>
                  <a:schemeClr val="accent2"/>
                </a:solidFill>
                <a:latin typeface="Aleo" pitchFamily="2" charset="77"/>
                <a:ea typeface="Roboto Medium" panose="02000000000000000000" pitchFamily="2" charset="0"/>
              </a:rPr>
              <a:t>Dean of Computing, </a:t>
            </a:r>
            <a:br>
              <a:rPr lang="en-US" sz="2800" dirty="0">
                <a:solidFill>
                  <a:schemeClr val="accent2"/>
                </a:solidFill>
                <a:latin typeface="Aleo" pitchFamily="2" charset="77"/>
                <a:ea typeface="Roboto Medium" panose="02000000000000000000" pitchFamily="2" charset="0"/>
              </a:rPr>
            </a:br>
            <a:r>
              <a:rPr lang="en-US" sz="2800" dirty="0">
                <a:solidFill>
                  <a:schemeClr val="accent2"/>
                </a:solidFill>
                <a:latin typeface="Aleo" pitchFamily="2" charset="77"/>
                <a:ea typeface="Roboto Medium" panose="02000000000000000000" pitchFamily="2" charset="0"/>
              </a:rPr>
              <a:t>Data Sciences &amp; Physics</a:t>
            </a:r>
          </a:p>
        </p:txBody>
      </p:sp>
      <p:sp>
        <p:nvSpPr>
          <p:cNvPr id="5" name="Text Box 3075">
            <a:extLst>
              <a:ext uri="{FF2B5EF4-FFF2-40B4-BE49-F238E27FC236}">
                <a16:creationId xmlns:a16="http://schemas.microsoft.com/office/drawing/2014/main" id="{07BA25C4-BFF7-6795-C332-CB41DF215743}"/>
              </a:ext>
            </a:extLst>
          </p:cNvPr>
          <p:cNvSpPr txBox="1">
            <a:spLocks noChangeArrowheads="1"/>
          </p:cNvSpPr>
          <p:nvPr/>
        </p:nvSpPr>
        <p:spPr bwMode="auto">
          <a:xfrm>
            <a:off x="3791863" y="3968258"/>
            <a:ext cx="4967416" cy="1513235"/>
          </a:xfrm>
          <a:prstGeom prst="rect">
            <a:avLst/>
          </a:prstGeom>
          <a:noFill/>
          <a:ln w="12700">
            <a:noFill/>
            <a:miter lim="800000"/>
            <a:headEnd type="none" w="sm" len="sm"/>
            <a:tailEnd type="none" w="sm" len="sm"/>
          </a:ln>
        </p:spPr>
        <p:txBody>
          <a:bodyPr wrap="square">
            <a:spAutoFit/>
          </a:bodyPr>
          <a:lstStyle/>
          <a:p>
            <a:pPr algn="ctr">
              <a:spcBef>
                <a:spcPts val="1000"/>
              </a:spcBef>
            </a:pPr>
            <a:r>
              <a:rPr lang="en-US" sz="2800" dirty="0">
                <a:solidFill>
                  <a:schemeClr val="accent2"/>
                </a:solidFill>
                <a:latin typeface="Aleo" pitchFamily="2" charset="77"/>
                <a:ea typeface="Roboto Medium" panose="02000000000000000000" pitchFamily="2" charset="0"/>
              </a:rPr>
              <a:t>Douglas C. Schmidt</a:t>
            </a:r>
          </a:p>
          <a:p>
            <a:pPr algn="ctr">
              <a:spcBef>
                <a:spcPts val="1000"/>
              </a:spcBef>
            </a:pPr>
            <a:r>
              <a:rPr lang="en-US" sz="2800" dirty="0">
                <a:solidFill>
                  <a:schemeClr val="accent2"/>
                </a:solidFill>
                <a:latin typeface="Aleo" pitchFamily="2" charset="77"/>
                <a:ea typeface="Roboto Medium" panose="02000000000000000000" pitchFamily="2" charset="0"/>
              </a:rPr>
              <a:t>    </a:t>
            </a:r>
            <a:r>
              <a:rPr lang="en-US" sz="2800" dirty="0">
                <a:solidFill>
                  <a:schemeClr val="accent2"/>
                </a:solidFill>
                <a:latin typeface="Aleo" pitchFamily="2" charset="77"/>
                <a:ea typeface="Roboto Medium" panose="02000000000000000000" pitchFamily="2" charset="0"/>
                <a:hlinkClick r:id="rId2">
                  <a:extLst>
                    <a:ext uri="{A12FA001-AC4F-418D-AE19-62706E023703}">
                      <ahyp:hlinkClr xmlns:ahyp="http://schemas.microsoft.com/office/drawing/2018/hyperlinkcolor" val="tx"/>
                    </a:ext>
                  </a:extLst>
                </a:hlinkClick>
              </a:rPr>
              <a:t>dcschmidt@wm.edu</a:t>
            </a:r>
            <a:endParaRPr lang="en-US" sz="2800" dirty="0">
              <a:solidFill>
                <a:schemeClr val="accent2"/>
              </a:solidFill>
              <a:latin typeface="Aleo" pitchFamily="2" charset="77"/>
              <a:ea typeface="Roboto Medium" panose="02000000000000000000" pitchFamily="2" charset="0"/>
            </a:endParaRPr>
          </a:p>
          <a:p>
            <a:pPr algn="ctr"/>
            <a:r>
              <a:rPr lang="en-US" sz="2800" dirty="0">
                <a:solidFill>
                  <a:srgbClr val="FFC000"/>
                </a:solidFill>
                <a:effectLst>
                  <a:outerShdw blurRad="50800" dist="38100" dir="2700000" algn="tl" rotWithShape="0">
                    <a:prstClr val="black">
                      <a:alpha val="40000"/>
                    </a:prstClr>
                  </a:outerShdw>
                </a:effectLst>
                <a:latin typeface="Impact" pitchFamily="34" charset="0"/>
              </a:rPr>
              <a:t>	</a:t>
            </a:r>
          </a:p>
        </p:txBody>
      </p:sp>
      <p:sp>
        <p:nvSpPr>
          <p:cNvPr id="6" name="Rectangle 3086">
            <a:extLst>
              <a:ext uri="{FF2B5EF4-FFF2-40B4-BE49-F238E27FC236}">
                <a16:creationId xmlns:a16="http://schemas.microsoft.com/office/drawing/2014/main" id="{BE393E51-16B5-3099-D261-A8E1CB13A388}"/>
              </a:ext>
            </a:extLst>
          </p:cNvPr>
          <p:cNvSpPr>
            <a:spLocks noChangeArrowheads="1"/>
          </p:cNvSpPr>
          <p:nvPr/>
        </p:nvSpPr>
        <p:spPr bwMode="auto">
          <a:xfrm>
            <a:off x="-246571" y="5123746"/>
            <a:ext cx="4622518" cy="954107"/>
          </a:xfrm>
          <a:prstGeom prst="rect">
            <a:avLst/>
          </a:prstGeom>
          <a:noFill/>
          <a:ln w="12700">
            <a:noFill/>
            <a:miter lim="800000"/>
            <a:headEnd/>
            <a:tailEnd/>
          </a:ln>
        </p:spPr>
        <p:txBody>
          <a:bodyPr wrap="square">
            <a:spAutoFit/>
          </a:bodyPr>
          <a:lstStyle/>
          <a:p>
            <a:pPr algn="ctr">
              <a:spcBef>
                <a:spcPts val="1000"/>
              </a:spcBef>
              <a:spcAft>
                <a:spcPts val="1600"/>
              </a:spcAft>
            </a:pPr>
            <a:r>
              <a:rPr lang="en-US" sz="2800" dirty="0">
                <a:solidFill>
                  <a:schemeClr val="accent2"/>
                </a:solidFill>
                <a:latin typeface="Aleo" pitchFamily="2" charset="77"/>
                <a:ea typeface="Roboto Medium" panose="02000000000000000000" pitchFamily="2" charset="0"/>
              </a:rPr>
              <a:t>Vice Provost for </a:t>
            </a:r>
            <a:br>
              <a:rPr lang="en-US" sz="2800" dirty="0">
                <a:solidFill>
                  <a:schemeClr val="accent2"/>
                </a:solidFill>
                <a:latin typeface="Aleo" pitchFamily="2" charset="77"/>
                <a:ea typeface="Roboto Medium" panose="02000000000000000000" pitchFamily="2" charset="0"/>
              </a:rPr>
            </a:br>
            <a:r>
              <a:rPr lang="en-US" sz="2800" dirty="0">
                <a:solidFill>
                  <a:schemeClr val="accent2"/>
                </a:solidFill>
                <a:latin typeface="Aleo" pitchFamily="2" charset="77"/>
                <a:ea typeface="Roboto Medium" panose="02000000000000000000" pitchFamily="2" charset="0"/>
              </a:rPr>
              <a:t>Enrollment Strategies</a:t>
            </a:r>
          </a:p>
        </p:txBody>
      </p:sp>
      <p:sp>
        <p:nvSpPr>
          <p:cNvPr id="7" name="Text Box 3075">
            <a:extLst>
              <a:ext uri="{FF2B5EF4-FFF2-40B4-BE49-F238E27FC236}">
                <a16:creationId xmlns:a16="http://schemas.microsoft.com/office/drawing/2014/main" id="{41C874B8-FBC2-7E5C-064D-1FD96FB14F47}"/>
              </a:ext>
            </a:extLst>
          </p:cNvPr>
          <p:cNvSpPr txBox="1">
            <a:spLocks noChangeArrowheads="1"/>
          </p:cNvSpPr>
          <p:nvPr/>
        </p:nvSpPr>
        <p:spPr bwMode="auto">
          <a:xfrm>
            <a:off x="-419020" y="3968258"/>
            <a:ext cx="4967416" cy="1513235"/>
          </a:xfrm>
          <a:prstGeom prst="rect">
            <a:avLst/>
          </a:prstGeom>
          <a:noFill/>
          <a:ln w="12700">
            <a:noFill/>
            <a:miter lim="800000"/>
            <a:headEnd type="none" w="sm" len="sm"/>
            <a:tailEnd type="none" w="sm" len="sm"/>
          </a:ln>
        </p:spPr>
        <p:txBody>
          <a:bodyPr wrap="square">
            <a:spAutoFit/>
          </a:bodyPr>
          <a:lstStyle/>
          <a:p>
            <a:pPr algn="ctr">
              <a:spcBef>
                <a:spcPts val="1000"/>
              </a:spcBef>
            </a:pPr>
            <a:r>
              <a:rPr lang="en-US" sz="2800" dirty="0">
                <a:solidFill>
                  <a:schemeClr val="accent2"/>
                </a:solidFill>
                <a:latin typeface="Aleo" pitchFamily="2" charset="77"/>
                <a:ea typeface="Roboto Medium" panose="02000000000000000000" pitchFamily="2" charset="0"/>
              </a:rPr>
              <a:t>Lisa Keegan</a:t>
            </a:r>
          </a:p>
          <a:p>
            <a:pPr algn="ctr">
              <a:spcBef>
                <a:spcPts val="1000"/>
              </a:spcBef>
            </a:pPr>
            <a:r>
              <a:rPr lang="en-US" sz="2800" dirty="0">
                <a:solidFill>
                  <a:schemeClr val="accent2"/>
                </a:solidFill>
                <a:latin typeface="Aleo" pitchFamily="2" charset="77"/>
                <a:ea typeface="Roboto Medium" panose="02000000000000000000" pitchFamily="2" charset="0"/>
              </a:rPr>
              <a:t>    </a:t>
            </a:r>
            <a:r>
              <a:rPr lang="en-US" sz="2800" dirty="0">
                <a:solidFill>
                  <a:schemeClr val="accent2"/>
                </a:solidFill>
                <a:latin typeface="Aleo" pitchFamily="2" charset="77"/>
                <a:ea typeface="Roboto Medium" panose="02000000000000000000" pitchFamily="2" charset="0"/>
                <a:hlinkClick r:id="rId3">
                  <a:extLst>
                    <a:ext uri="{A12FA001-AC4F-418D-AE19-62706E023703}">
                      <ahyp:hlinkClr xmlns:ahyp="http://schemas.microsoft.com/office/drawing/2018/hyperlinkcolor" val="tx"/>
                    </a:ext>
                  </a:extLst>
                </a:hlinkClick>
              </a:rPr>
              <a:t>lakeegan01@wm.edu</a:t>
            </a:r>
            <a:endParaRPr lang="en-US" sz="2800" dirty="0">
              <a:solidFill>
                <a:schemeClr val="accent2"/>
              </a:solidFill>
              <a:latin typeface="Aleo" pitchFamily="2" charset="77"/>
              <a:ea typeface="Roboto Medium" panose="02000000000000000000" pitchFamily="2" charset="0"/>
            </a:endParaRPr>
          </a:p>
          <a:p>
            <a:pPr algn="ctr"/>
            <a:r>
              <a:rPr lang="en-US" sz="2800" dirty="0">
                <a:solidFill>
                  <a:srgbClr val="FFC000"/>
                </a:solidFill>
                <a:effectLst>
                  <a:outerShdw blurRad="50800" dist="38100" dir="2700000" algn="tl" rotWithShape="0">
                    <a:prstClr val="black">
                      <a:alpha val="40000"/>
                    </a:prstClr>
                  </a:outerShdw>
                </a:effectLst>
                <a:latin typeface="Impact" pitchFamily="34" charset="0"/>
              </a:rPr>
              <a:t>	</a:t>
            </a:r>
          </a:p>
        </p:txBody>
      </p:sp>
      <p:sp>
        <p:nvSpPr>
          <p:cNvPr id="8" name="Text Box 3075">
            <a:extLst>
              <a:ext uri="{FF2B5EF4-FFF2-40B4-BE49-F238E27FC236}">
                <a16:creationId xmlns:a16="http://schemas.microsoft.com/office/drawing/2014/main" id="{E3156486-4BA0-FF2E-E06F-21F7C05D033A}"/>
              </a:ext>
            </a:extLst>
          </p:cNvPr>
          <p:cNvSpPr txBox="1">
            <a:spLocks noChangeArrowheads="1"/>
          </p:cNvSpPr>
          <p:nvPr/>
        </p:nvSpPr>
        <p:spPr bwMode="auto">
          <a:xfrm>
            <a:off x="7632642" y="3968258"/>
            <a:ext cx="4967416" cy="1513235"/>
          </a:xfrm>
          <a:prstGeom prst="rect">
            <a:avLst/>
          </a:prstGeom>
          <a:noFill/>
          <a:ln w="12700">
            <a:noFill/>
            <a:miter lim="800000"/>
            <a:headEnd type="none" w="sm" len="sm"/>
            <a:tailEnd type="none" w="sm" len="sm"/>
          </a:ln>
        </p:spPr>
        <p:txBody>
          <a:bodyPr wrap="square">
            <a:spAutoFit/>
          </a:bodyPr>
          <a:lstStyle/>
          <a:p>
            <a:pPr algn="ctr">
              <a:spcBef>
                <a:spcPts val="1000"/>
              </a:spcBef>
            </a:pPr>
            <a:r>
              <a:rPr lang="en-US" sz="2800" dirty="0">
                <a:solidFill>
                  <a:schemeClr val="accent2"/>
                </a:solidFill>
                <a:latin typeface="Aleo" pitchFamily="2" charset="77"/>
                <a:ea typeface="Roboto Medium" panose="02000000000000000000" pitchFamily="2" charset="0"/>
              </a:rPr>
              <a:t>Kathleen Powell</a:t>
            </a:r>
          </a:p>
          <a:p>
            <a:pPr algn="ctr">
              <a:spcBef>
                <a:spcPts val="1000"/>
              </a:spcBef>
            </a:pPr>
            <a:r>
              <a:rPr lang="en-US" sz="2800" dirty="0">
                <a:solidFill>
                  <a:schemeClr val="accent2"/>
                </a:solidFill>
                <a:latin typeface="Aleo" pitchFamily="2" charset="77"/>
                <a:ea typeface="Roboto Medium" panose="02000000000000000000" pitchFamily="2" charset="0"/>
              </a:rPr>
              <a:t>    </a:t>
            </a:r>
            <a:r>
              <a:rPr lang="en-US" sz="2800" dirty="0">
                <a:solidFill>
                  <a:schemeClr val="accent2"/>
                </a:solidFill>
                <a:latin typeface="Aleo" pitchFamily="2" charset="77"/>
                <a:ea typeface="Roboto Medium" panose="02000000000000000000" pitchFamily="2" charset="0"/>
                <a:hlinkClick r:id="rId4">
                  <a:extLst>
                    <a:ext uri="{A12FA001-AC4F-418D-AE19-62706E023703}">
                      <ahyp:hlinkClr xmlns:ahyp="http://schemas.microsoft.com/office/drawing/2018/hyperlinkcolor" val="tx"/>
                    </a:ext>
                  </a:extLst>
                </a:hlinkClick>
              </a:rPr>
              <a:t>kipowell@wm.edu</a:t>
            </a:r>
            <a:endParaRPr lang="en-US" sz="2800" dirty="0">
              <a:solidFill>
                <a:schemeClr val="accent2"/>
              </a:solidFill>
              <a:latin typeface="Aleo" pitchFamily="2" charset="77"/>
              <a:ea typeface="Roboto Medium" panose="02000000000000000000" pitchFamily="2" charset="0"/>
            </a:endParaRPr>
          </a:p>
          <a:p>
            <a:pPr algn="ctr"/>
            <a:r>
              <a:rPr lang="en-US" sz="2800" dirty="0">
                <a:solidFill>
                  <a:srgbClr val="FFC000"/>
                </a:solidFill>
                <a:effectLst>
                  <a:outerShdw blurRad="50800" dist="38100" dir="2700000" algn="tl" rotWithShape="0">
                    <a:prstClr val="black">
                      <a:alpha val="40000"/>
                    </a:prstClr>
                  </a:outerShdw>
                </a:effectLst>
                <a:latin typeface="Impact" pitchFamily="34" charset="0"/>
              </a:rPr>
              <a:t>	</a:t>
            </a:r>
          </a:p>
        </p:txBody>
      </p:sp>
      <p:sp>
        <p:nvSpPr>
          <p:cNvPr id="9" name="Rectangle 3086">
            <a:extLst>
              <a:ext uri="{FF2B5EF4-FFF2-40B4-BE49-F238E27FC236}">
                <a16:creationId xmlns:a16="http://schemas.microsoft.com/office/drawing/2014/main" id="{EEF50093-DCE4-BF73-2B81-07F42B47386C}"/>
              </a:ext>
            </a:extLst>
          </p:cNvPr>
          <p:cNvSpPr>
            <a:spLocks noChangeArrowheads="1"/>
          </p:cNvSpPr>
          <p:nvPr/>
        </p:nvSpPr>
        <p:spPr bwMode="auto">
          <a:xfrm>
            <a:off x="7805091" y="5123746"/>
            <a:ext cx="4622518" cy="954107"/>
          </a:xfrm>
          <a:prstGeom prst="rect">
            <a:avLst/>
          </a:prstGeom>
          <a:noFill/>
          <a:ln w="12700">
            <a:noFill/>
            <a:miter lim="800000"/>
            <a:headEnd/>
            <a:tailEnd/>
          </a:ln>
        </p:spPr>
        <p:txBody>
          <a:bodyPr wrap="square">
            <a:spAutoFit/>
          </a:bodyPr>
          <a:lstStyle/>
          <a:p>
            <a:pPr algn="ctr">
              <a:spcBef>
                <a:spcPts val="1000"/>
              </a:spcBef>
              <a:spcAft>
                <a:spcPts val="1600"/>
              </a:spcAft>
            </a:pPr>
            <a:r>
              <a:rPr lang="en-US" sz="2800" dirty="0">
                <a:solidFill>
                  <a:schemeClr val="accent2"/>
                </a:solidFill>
                <a:latin typeface="Aleo" pitchFamily="2" charset="77"/>
                <a:ea typeface="Roboto Medium" panose="02000000000000000000" pitchFamily="2" charset="0"/>
              </a:rPr>
              <a:t>Chief Career</a:t>
            </a:r>
            <a:br>
              <a:rPr lang="en-US" sz="2800" dirty="0">
                <a:solidFill>
                  <a:schemeClr val="accent2"/>
                </a:solidFill>
                <a:latin typeface="Aleo" pitchFamily="2" charset="77"/>
                <a:ea typeface="Roboto Medium" panose="02000000000000000000" pitchFamily="2" charset="0"/>
              </a:rPr>
            </a:br>
            <a:r>
              <a:rPr lang="en-US" sz="2800" dirty="0">
                <a:solidFill>
                  <a:schemeClr val="accent2"/>
                </a:solidFill>
                <a:latin typeface="Aleo" pitchFamily="2" charset="77"/>
                <a:ea typeface="Roboto Medium" panose="02000000000000000000" pitchFamily="2" charset="0"/>
              </a:rPr>
              <a:t>Officer</a:t>
            </a:r>
          </a:p>
        </p:txBody>
      </p:sp>
      <p:sp>
        <p:nvSpPr>
          <p:cNvPr id="3" name="Title 1">
            <a:extLst>
              <a:ext uri="{FF2B5EF4-FFF2-40B4-BE49-F238E27FC236}">
                <a16:creationId xmlns:a16="http://schemas.microsoft.com/office/drawing/2014/main" id="{E3C1F3ED-5561-C697-F9DD-D96752B98645}"/>
              </a:ext>
            </a:extLst>
          </p:cNvPr>
          <p:cNvSpPr txBox="1">
            <a:spLocks/>
          </p:cNvSpPr>
          <p:nvPr/>
        </p:nvSpPr>
        <p:spPr>
          <a:xfrm>
            <a:off x="3144863" y="1969754"/>
            <a:ext cx="9013127" cy="1306088"/>
          </a:xfrm>
        </p:spPr>
        <p:txBody>
          <a:bodyPr anchor="b">
            <a:noAutofit/>
          </a:bodyPr>
          <a:lstStyle>
            <a:lvl1pPr algn="l" defTabSz="914400" rtl="0" eaLnBrk="1" latinLnBrk="0" hangingPunct="1">
              <a:lnSpc>
                <a:spcPct val="100000"/>
              </a:lnSpc>
              <a:spcBef>
                <a:spcPct val="0"/>
              </a:spcBef>
              <a:buNone/>
              <a:defRPr sz="5000" kern="1200">
                <a:solidFill>
                  <a:schemeClr val="bg2"/>
                </a:solidFill>
                <a:latin typeface="Aleo" pitchFamily="2" charset="77"/>
                <a:ea typeface="+mj-ea"/>
                <a:cs typeface="+mj-cs"/>
              </a:defRPr>
            </a:lvl1pPr>
          </a:lstStyle>
          <a:p>
            <a:pPr algn="ctr">
              <a:spcBef>
                <a:spcPts val="600"/>
              </a:spcBef>
              <a:spcAft>
                <a:spcPts val="600"/>
              </a:spcAft>
            </a:pPr>
            <a:r>
              <a:rPr lang="en-US" sz="3600" dirty="0"/>
              <a:t>A Cross-Functional Model for Recruiting, Academic Pathways, &amp; Career Readiness</a:t>
            </a:r>
            <a:endParaRPr lang="en-US" sz="6600" dirty="0"/>
          </a:p>
        </p:txBody>
      </p:sp>
    </p:spTree>
    <p:extLst>
      <p:ext uri="{BB962C8B-B14F-4D97-AF65-F5344CB8AC3E}">
        <p14:creationId xmlns:p14="http://schemas.microsoft.com/office/powerpoint/2010/main" val="611217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BA566A-571D-7D77-C26C-01BCE685148F}"/>
              </a:ext>
            </a:extLst>
          </p:cNvPr>
          <p:cNvPicPr>
            <a:picLocks noChangeAspect="1"/>
          </p:cNvPicPr>
          <p:nvPr/>
        </p:nvPicPr>
        <p:blipFill>
          <a:blip r:embed="rId3"/>
          <a:stretch>
            <a:fillRect/>
          </a:stretch>
        </p:blipFill>
        <p:spPr>
          <a:xfrm>
            <a:off x="0" y="552964"/>
            <a:ext cx="12192000" cy="6002215"/>
          </a:xfrm>
          <a:prstGeom prst="rect">
            <a:avLst/>
          </a:prstGeom>
        </p:spPr>
      </p:pic>
      <p:sp>
        <p:nvSpPr>
          <p:cNvPr id="8" name="Title 1">
            <a:extLst>
              <a:ext uri="{FF2B5EF4-FFF2-40B4-BE49-F238E27FC236}">
                <a16:creationId xmlns:a16="http://schemas.microsoft.com/office/drawing/2014/main" id="{2B54A231-2167-548A-649B-96F75B2AAF4F}"/>
              </a:ext>
            </a:extLst>
          </p:cNvPr>
          <p:cNvSpPr txBox="1">
            <a:spLocks/>
          </p:cNvSpPr>
          <p:nvPr/>
        </p:nvSpPr>
        <p:spPr bwMode="auto">
          <a:xfrm>
            <a:off x="0" y="111804"/>
            <a:ext cx="12192000" cy="381000"/>
          </a:xfrm>
          <a:prstGeom prst="rect">
            <a:avLst/>
          </a:prstGeom>
          <a:noFill/>
          <a:ln w="9525">
            <a:noFill/>
            <a:miter lim="800000"/>
            <a:headEnd/>
            <a:tailEnd/>
          </a:ln>
        </p:spPr>
        <p:txBody>
          <a:bodyPr vert="horz" wrap="square" lIns="0" tIns="45720" rIns="0" bIns="45720" numCol="1" anchor="ctr" anchorCtr="0" compatLnSpc="1">
            <a:prstTxWarp prst="textNoShape">
              <a:avLst/>
            </a:prstTxWarp>
          </a:bodyPr>
          <a:lstStyle>
            <a:lvl1pPr algn="ctr" rtl="0" eaLnBrk="1" fontAlgn="base" hangingPunct="1">
              <a:spcBef>
                <a:spcPct val="0"/>
              </a:spcBef>
              <a:spcAft>
                <a:spcPct val="0"/>
              </a:spcAft>
              <a:defRPr sz="4800">
                <a:solidFill>
                  <a:srgbClr val="FF0000"/>
                </a:solidFill>
                <a:latin typeface="+mj-lt"/>
                <a:ea typeface="+mj-ea"/>
                <a:cs typeface="+mj-cs"/>
              </a:defRPr>
            </a:lvl1pPr>
            <a:lvl2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2pPr>
            <a:lvl3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3pPr>
            <a:lvl4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4pPr>
            <a:lvl5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5pPr>
            <a:lvl6pPr marL="609585"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6pPr>
            <a:lvl7pPr marL="1219170"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7pPr>
            <a:lvl8pPr marL="1828754"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8pPr>
            <a:lvl9pPr marL="2438339"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9pPr>
          </a:lstStyle>
          <a:p>
            <a:endParaRPr lang="en-US" sz="2800" dirty="0">
              <a:solidFill>
                <a:srgbClr val="FFC000"/>
              </a:solidFill>
              <a:latin typeface="+mn-lt"/>
            </a:endParaRPr>
          </a:p>
          <a:p>
            <a:r>
              <a:rPr lang="en-US" sz="2800" dirty="0">
                <a:solidFill>
                  <a:srgbClr val="FFC000"/>
                </a:solidFill>
                <a:latin typeface="+mn-lt"/>
              </a:rPr>
              <a:t>AI is Rewriting Student Demand, Academic Preparation, &amp; Career Outcomes</a:t>
            </a:r>
          </a:p>
          <a:p>
            <a:endParaRPr lang="en-US" sz="3200" dirty="0">
              <a:solidFill>
                <a:srgbClr val="FFC000"/>
              </a:solidFill>
              <a:latin typeface="+mn-lt"/>
            </a:endParaRPr>
          </a:p>
        </p:txBody>
      </p:sp>
      <p:sp>
        <p:nvSpPr>
          <p:cNvPr id="3" name="Rounded Rectangle 2">
            <a:extLst>
              <a:ext uri="{FF2B5EF4-FFF2-40B4-BE49-F238E27FC236}">
                <a16:creationId xmlns:a16="http://schemas.microsoft.com/office/drawing/2014/main" id="{AAA08581-C3F0-6A5B-62F8-396B7B7C84C9}"/>
              </a:ext>
            </a:extLst>
          </p:cNvPr>
          <p:cNvSpPr/>
          <p:nvPr/>
        </p:nvSpPr>
        <p:spPr>
          <a:xfrm>
            <a:off x="145454" y="1889283"/>
            <a:ext cx="3829287" cy="4571675"/>
          </a:xfrm>
          <a:prstGeom prst="roundRect">
            <a:avLst>
              <a:gd name="adj" fmla="val 5602"/>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382BE11-5DF7-970C-AFE3-C59382696179}"/>
              </a:ext>
            </a:extLst>
          </p:cNvPr>
          <p:cNvSpPr/>
          <p:nvPr/>
        </p:nvSpPr>
        <p:spPr>
          <a:xfrm>
            <a:off x="4143332" y="1889283"/>
            <a:ext cx="3893763" cy="4571675"/>
          </a:xfrm>
          <a:prstGeom prst="roundRect">
            <a:avLst>
              <a:gd name="adj" fmla="val 4820"/>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B36F8ADB-F048-C2BC-07BD-2277DFE99382}"/>
              </a:ext>
            </a:extLst>
          </p:cNvPr>
          <p:cNvSpPr/>
          <p:nvPr/>
        </p:nvSpPr>
        <p:spPr>
          <a:xfrm>
            <a:off x="8233758" y="1889283"/>
            <a:ext cx="3829287" cy="4571675"/>
          </a:xfrm>
          <a:prstGeom prst="roundRect">
            <a:avLst>
              <a:gd name="adj" fmla="val 5018"/>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713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B647-B606-3759-E62A-C2C6B6CBA0C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B3F20FF-C29C-491D-6E03-2F62BFBD5E79}"/>
              </a:ext>
            </a:extLst>
          </p:cNvPr>
          <p:cNvPicPr>
            <a:picLocks noChangeAspect="1"/>
          </p:cNvPicPr>
          <p:nvPr/>
        </p:nvPicPr>
        <p:blipFill>
          <a:blip r:embed="rId2"/>
          <a:stretch>
            <a:fillRect/>
          </a:stretch>
        </p:blipFill>
        <p:spPr>
          <a:xfrm>
            <a:off x="0" y="540313"/>
            <a:ext cx="12195986" cy="6038618"/>
          </a:xfrm>
          <a:prstGeom prst="rect">
            <a:avLst/>
          </a:prstGeom>
        </p:spPr>
      </p:pic>
      <p:sp>
        <p:nvSpPr>
          <p:cNvPr id="8" name="Title 1">
            <a:extLst>
              <a:ext uri="{FF2B5EF4-FFF2-40B4-BE49-F238E27FC236}">
                <a16:creationId xmlns:a16="http://schemas.microsoft.com/office/drawing/2014/main" id="{90099247-88FB-1097-766B-BE79EF9DDE78}"/>
              </a:ext>
            </a:extLst>
          </p:cNvPr>
          <p:cNvSpPr txBox="1">
            <a:spLocks/>
          </p:cNvSpPr>
          <p:nvPr/>
        </p:nvSpPr>
        <p:spPr bwMode="auto">
          <a:xfrm>
            <a:off x="0" y="88358"/>
            <a:ext cx="12192000" cy="381000"/>
          </a:xfrm>
          <a:prstGeom prst="rect">
            <a:avLst/>
          </a:prstGeom>
          <a:noFill/>
          <a:ln w="9525">
            <a:noFill/>
            <a:miter lim="800000"/>
            <a:headEnd/>
            <a:tailEnd/>
          </a:ln>
        </p:spPr>
        <p:txBody>
          <a:bodyPr vert="horz" wrap="square" lIns="0" tIns="45720" rIns="0" bIns="45720" numCol="1" anchor="ctr" anchorCtr="0" compatLnSpc="1">
            <a:prstTxWarp prst="textNoShape">
              <a:avLst/>
            </a:prstTxWarp>
          </a:bodyPr>
          <a:lstStyle>
            <a:lvl1pPr algn="ctr" rtl="0" eaLnBrk="1" fontAlgn="base" hangingPunct="1">
              <a:spcBef>
                <a:spcPct val="0"/>
              </a:spcBef>
              <a:spcAft>
                <a:spcPct val="0"/>
              </a:spcAft>
              <a:defRPr sz="4800">
                <a:solidFill>
                  <a:srgbClr val="FF0000"/>
                </a:solidFill>
                <a:latin typeface="+mj-lt"/>
                <a:ea typeface="+mj-ea"/>
                <a:cs typeface="+mj-cs"/>
              </a:defRPr>
            </a:lvl1pPr>
            <a:lvl2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2pPr>
            <a:lvl3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3pPr>
            <a:lvl4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4pPr>
            <a:lvl5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5pPr>
            <a:lvl6pPr marL="609585"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6pPr>
            <a:lvl7pPr marL="1219170"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7pPr>
            <a:lvl8pPr marL="1828754"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8pPr>
            <a:lvl9pPr marL="2438339"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9pPr>
          </a:lstStyle>
          <a:p>
            <a:endParaRPr lang="en-US" sz="2800" dirty="0">
              <a:solidFill>
                <a:srgbClr val="FFC000"/>
              </a:solidFill>
              <a:latin typeface="+mn-lt"/>
            </a:endParaRPr>
          </a:p>
          <a:p>
            <a:endParaRPr lang="en-US" sz="2800" dirty="0">
              <a:solidFill>
                <a:srgbClr val="FFC000"/>
              </a:solidFill>
              <a:latin typeface="+mn-lt"/>
            </a:endParaRPr>
          </a:p>
          <a:p>
            <a:endParaRPr lang="en-US" sz="2800" spc="-150" dirty="0">
              <a:solidFill>
                <a:srgbClr val="FFC000"/>
              </a:solidFill>
              <a:latin typeface="+mn-lt"/>
            </a:endParaRPr>
          </a:p>
          <a:p>
            <a:r>
              <a:rPr lang="en-US" sz="2800" spc="-80" dirty="0">
                <a:solidFill>
                  <a:srgbClr val="FFC000"/>
                </a:solidFill>
                <a:latin typeface="+mn-lt"/>
              </a:rPr>
              <a:t>Building Purpose-Ready Graduates Thru Curriculum, Research, &amp; Applied Learning</a:t>
            </a:r>
          </a:p>
          <a:p>
            <a:endParaRPr lang="en-US" sz="2800" dirty="0">
              <a:solidFill>
                <a:srgbClr val="FFC000"/>
              </a:solidFill>
              <a:latin typeface="+mn-lt"/>
            </a:endParaRPr>
          </a:p>
          <a:p>
            <a:endParaRPr lang="en-US" sz="2800" dirty="0">
              <a:solidFill>
                <a:srgbClr val="FFC000"/>
              </a:solidFill>
              <a:latin typeface="+mn-lt"/>
            </a:endParaRPr>
          </a:p>
          <a:p>
            <a:endParaRPr lang="en-US" sz="3200" dirty="0">
              <a:solidFill>
                <a:srgbClr val="FFC000"/>
              </a:solidFill>
              <a:latin typeface="+mn-lt"/>
            </a:endParaRPr>
          </a:p>
        </p:txBody>
      </p:sp>
      <p:sp>
        <p:nvSpPr>
          <p:cNvPr id="2" name="Rounded Rectangle 1">
            <a:extLst>
              <a:ext uri="{FF2B5EF4-FFF2-40B4-BE49-F238E27FC236}">
                <a16:creationId xmlns:a16="http://schemas.microsoft.com/office/drawing/2014/main" id="{5B8AA6B6-F203-D59B-B5F0-1BE6022FCCBD}"/>
              </a:ext>
            </a:extLst>
          </p:cNvPr>
          <p:cNvSpPr/>
          <p:nvPr/>
        </p:nvSpPr>
        <p:spPr>
          <a:xfrm>
            <a:off x="325927" y="1107234"/>
            <a:ext cx="4510766" cy="2177388"/>
          </a:xfrm>
          <a:prstGeom prst="roundRect">
            <a:avLst>
              <a:gd name="adj" fmla="val 9891"/>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723F9573-9982-9C1E-0228-6D332DD4AB51}"/>
              </a:ext>
            </a:extLst>
          </p:cNvPr>
          <p:cNvSpPr/>
          <p:nvPr/>
        </p:nvSpPr>
        <p:spPr>
          <a:xfrm>
            <a:off x="7367341" y="1095359"/>
            <a:ext cx="4546863" cy="2177388"/>
          </a:xfrm>
          <a:prstGeom prst="roundRect">
            <a:avLst>
              <a:gd name="adj" fmla="val 9891"/>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EF12EE3-6B5A-8B93-0037-C0D9AAC15392}"/>
              </a:ext>
            </a:extLst>
          </p:cNvPr>
          <p:cNvSpPr/>
          <p:nvPr/>
        </p:nvSpPr>
        <p:spPr>
          <a:xfrm>
            <a:off x="7868653" y="3307921"/>
            <a:ext cx="4033519" cy="2082698"/>
          </a:xfrm>
          <a:prstGeom prst="roundRect">
            <a:avLst>
              <a:gd name="adj" fmla="val 9891"/>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37655A7-1DFF-23D4-280D-281CF949BDB4}"/>
              </a:ext>
            </a:extLst>
          </p:cNvPr>
          <p:cNvSpPr/>
          <p:nvPr/>
        </p:nvSpPr>
        <p:spPr>
          <a:xfrm>
            <a:off x="325926" y="3343546"/>
            <a:ext cx="4033519" cy="2082698"/>
          </a:xfrm>
          <a:prstGeom prst="roundRect">
            <a:avLst>
              <a:gd name="adj" fmla="val 9891"/>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380B2ABA-AA1E-50A2-78ED-635260EB68BA}"/>
              </a:ext>
            </a:extLst>
          </p:cNvPr>
          <p:cNvSpPr/>
          <p:nvPr/>
        </p:nvSpPr>
        <p:spPr>
          <a:xfrm>
            <a:off x="3609474" y="4981230"/>
            <a:ext cx="4944979" cy="1513202"/>
          </a:xfrm>
          <a:prstGeom prst="roundRect">
            <a:avLst>
              <a:gd name="adj" fmla="val 13867"/>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321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27BA6-793F-3A9A-37A8-5C210D7FF13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2D7E9A5-3918-5887-B7D6-305C816AAED0}"/>
              </a:ext>
            </a:extLst>
          </p:cNvPr>
          <p:cNvPicPr>
            <a:picLocks noChangeAspect="1"/>
          </p:cNvPicPr>
          <p:nvPr/>
        </p:nvPicPr>
        <p:blipFill>
          <a:blip r:embed="rId2"/>
          <a:stretch>
            <a:fillRect/>
          </a:stretch>
        </p:blipFill>
        <p:spPr>
          <a:xfrm>
            <a:off x="0" y="541545"/>
            <a:ext cx="12199470" cy="6051759"/>
          </a:xfrm>
          <a:prstGeom prst="rect">
            <a:avLst/>
          </a:prstGeom>
        </p:spPr>
      </p:pic>
      <p:sp>
        <p:nvSpPr>
          <p:cNvPr id="8" name="Title 1">
            <a:extLst>
              <a:ext uri="{FF2B5EF4-FFF2-40B4-BE49-F238E27FC236}">
                <a16:creationId xmlns:a16="http://schemas.microsoft.com/office/drawing/2014/main" id="{D07DBBE2-7152-2040-71EA-FEA05E32A43B}"/>
              </a:ext>
            </a:extLst>
          </p:cNvPr>
          <p:cNvSpPr txBox="1">
            <a:spLocks/>
          </p:cNvSpPr>
          <p:nvPr/>
        </p:nvSpPr>
        <p:spPr bwMode="auto">
          <a:xfrm>
            <a:off x="0" y="88358"/>
            <a:ext cx="12192000" cy="381000"/>
          </a:xfrm>
          <a:prstGeom prst="rect">
            <a:avLst/>
          </a:prstGeom>
          <a:noFill/>
          <a:ln w="9525">
            <a:noFill/>
            <a:miter lim="800000"/>
            <a:headEnd/>
            <a:tailEnd/>
          </a:ln>
        </p:spPr>
        <p:txBody>
          <a:bodyPr vert="horz" wrap="square" lIns="0" tIns="45720" rIns="0" bIns="45720" numCol="1" anchor="ctr" anchorCtr="0" compatLnSpc="1">
            <a:prstTxWarp prst="textNoShape">
              <a:avLst/>
            </a:prstTxWarp>
          </a:bodyPr>
          <a:lstStyle>
            <a:lvl1pPr algn="ctr" rtl="0" eaLnBrk="1" fontAlgn="base" hangingPunct="1">
              <a:spcBef>
                <a:spcPct val="0"/>
              </a:spcBef>
              <a:spcAft>
                <a:spcPct val="0"/>
              </a:spcAft>
              <a:defRPr sz="4800">
                <a:solidFill>
                  <a:srgbClr val="FF0000"/>
                </a:solidFill>
                <a:latin typeface="+mj-lt"/>
                <a:ea typeface="+mj-ea"/>
                <a:cs typeface="+mj-cs"/>
              </a:defRPr>
            </a:lvl1pPr>
            <a:lvl2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2pPr>
            <a:lvl3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3pPr>
            <a:lvl4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4pPr>
            <a:lvl5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5pPr>
            <a:lvl6pPr marL="609585"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6pPr>
            <a:lvl7pPr marL="1219170"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7pPr>
            <a:lvl8pPr marL="1828754"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8pPr>
            <a:lvl9pPr marL="2438339"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9pPr>
          </a:lstStyle>
          <a:p>
            <a:endParaRPr lang="en-US" sz="2800" dirty="0">
              <a:solidFill>
                <a:srgbClr val="FFC000"/>
              </a:solidFill>
              <a:latin typeface="+mn-lt"/>
            </a:endParaRPr>
          </a:p>
          <a:p>
            <a:r>
              <a:rPr lang="en-US" sz="2800" dirty="0">
                <a:solidFill>
                  <a:srgbClr val="FFC000"/>
                </a:solidFill>
                <a:latin typeface="+mn-lt"/>
              </a:rPr>
              <a:t>From Preparation to Outcomes: Making AI Readiness Visible</a:t>
            </a:r>
          </a:p>
          <a:p>
            <a:endParaRPr lang="en-US" sz="3200" dirty="0">
              <a:solidFill>
                <a:srgbClr val="FFC000"/>
              </a:solidFill>
              <a:latin typeface="+mn-lt"/>
            </a:endParaRPr>
          </a:p>
        </p:txBody>
      </p:sp>
      <p:sp>
        <p:nvSpPr>
          <p:cNvPr id="3" name="Rounded Rectangle 2">
            <a:extLst>
              <a:ext uri="{FF2B5EF4-FFF2-40B4-BE49-F238E27FC236}">
                <a16:creationId xmlns:a16="http://schemas.microsoft.com/office/drawing/2014/main" id="{93C998F8-B3D3-37C2-60C1-C9755E8721BD}"/>
              </a:ext>
            </a:extLst>
          </p:cNvPr>
          <p:cNvSpPr/>
          <p:nvPr/>
        </p:nvSpPr>
        <p:spPr>
          <a:xfrm>
            <a:off x="217642" y="1059108"/>
            <a:ext cx="6664421" cy="4932621"/>
          </a:xfrm>
          <a:prstGeom prst="roundRect">
            <a:avLst>
              <a:gd name="adj" fmla="val 2086"/>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0DE16259-7CA0-FA86-291E-515729E3C5D1}"/>
              </a:ext>
            </a:extLst>
          </p:cNvPr>
          <p:cNvSpPr/>
          <p:nvPr/>
        </p:nvSpPr>
        <p:spPr>
          <a:xfrm>
            <a:off x="10154653" y="2270288"/>
            <a:ext cx="1913021" cy="3264238"/>
          </a:xfrm>
          <a:prstGeom prst="roundRect">
            <a:avLst>
              <a:gd name="adj" fmla="val 17741"/>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382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CC4B-36EC-10BD-279F-B143C476B91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6E2AF74-97B9-33AD-B31E-BA6B8A7A125A}"/>
              </a:ext>
            </a:extLst>
          </p:cNvPr>
          <p:cNvPicPr>
            <a:picLocks noChangeAspect="1"/>
          </p:cNvPicPr>
          <p:nvPr/>
        </p:nvPicPr>
        <p:blipFill>
          <a:blip r:embed="rId3"/>
          <a:stretch>
            <a:fillRect/>
          </a:stretch>
        </p:blipFill>
        <p:spPr>
          <a:xfrm>
            <a:off x="0" y="547963"/>
            <a:ext cx="12192000" cy="6007216"/>
          </a:xfrm>
          <a:prstGeom prst="rect">
            <a:avLst/>
          </a:prstGeom>
        </p:spPr>
      </p:pic>
      <p:sp>
        <p:nvSpPr>
          <p:cNvPr id="8" name="Title 1">
            <a:extLst>
              <a:ext uri="{FF2B5EF4-FFF2-40B4-BE49-F238E27FC236}">
                <a16:creationId xmlns:a16="http://schemas.microsoft.com/office/drawing/2014/main" id="{E4AC8149-4617-22A0-F5F1-B367492977E6}"/>
              </a:ext>
            </a:extLst>
          </p:cNvPr>
          <p:cNvSpPr txBox="1">
            <a:spLocks/>
          </p:cNvSpPr>
          <p:nvPr/>
        </p:nvSpPr>
        <p:spPr bwMode="auto">
          <a:xfrm>
            <a:off x="0" y="88667"/>
            <a:ext cx="12192000" cy="381000"/>
          </a:xfrm>
          <a:prstGeom prst="rect">
            <a:avLst/>
          </a:prstGeom>
          <a:noFill/>
          <a:ln w="9525">
            <a:noFill/>
            <a:miter lim="800000"/>
            <a:headEnd/>
            <a:tailEnd/>
          </a:ln>
        </p:spPr>
        <p:txBody>
          <a:bodyPr vert="horz" wrap="square" lIns="0" tIns="45720" rIns="0" bIns="45720" numCol="1" anchor="ctr" anchorCtr="0" compatLnSpc="1">
            <a:prstTxWarp prst="textNoShape">
              <a:avLst/>
            </a:prstTxWarp>
          </a:bodyPr>
          <a:lstStyle>
            <a:lvl1pPr algn="ctr" rtl="0" eaLnBrk="1" fontAlgn="base" hangingPunct="1">
              <a:spcBef>
                <a:spcPct val="0"/>
              </a:spcBef>
              <a:spcAft>
                <a:spcPct val="0"/>
              </a:spcAft>
              <a:defRPr sz="4800">
                <a:solidFill>
                  <a:srgbClr val="FF0000"/>
                </a:solidFill>
                <a:latin typeface="+mj-lt"/>
                <a:ea typeface="+mj-ea"/>
                <a:cs typeface="+mj-cs"/>
              </a:defRPr>
            </a:lvl1pPr>
            <a:lvl2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2pPr>
            <a:lvl3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3pPr>
            <a:lvl4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4pPr>
            <a:lvl5pPr algn="ctr" rtl="0" eaLnBrk="1" fontAlgn="base" hangingPunct="1">
              <a:spcBef>
                <a:spcPct val="0"/>
              </a:spcBef>
              <a:spcAft>
                <a:spcPct val="0"/>
              </a:spcAft>
              <a:defRPr sz="4800">
                <a:solidFill>
                  <a:srgbClr val="FF0000"/>
                </a:solidFill>
                <a:latin typeface="Tahoma" pitchFamily="34" charset="0"/>
                <a:ea typeface="Arial Unicode MS" pitchFamily="34" charset="-128"/>
                <a:cs typeface="Arial Unicode MS" pitchFamily="34" charset="-128"/>
              </a:defRPr>
            </a:lvl5pPr>
            <a:lvl6pPr marL="609585"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6pPr>
            <a:lvl7pPr marL="1219170"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7pPr>
            <a:lvl8pPr marL="1828754"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8pPr>
            <a:lvl9pPr marL="2438339" algn="ctr" rtl="0" eaLnBrk="1" fontAlgn="base" hangingPunct="1">
              <a:spcBef>
                <a:spcPct val="0"/>
              </a:spcBef>
              <a:spcAft>
                <a:spcPct val="0"/>
              </a:spcAft>
              <a:defRPr sz="4800">
                <a:solidFill>
                  <a:srgbClr val="FF0000"/>
                </a:solidFill>
                <a:latin typeface="Arial" charset="0"/>
                <a:ea typeface="Arial Unicode MS" pitchFamily="34" charset="-128"/>
                <a:cs typeface="Arial Unicode MS" pitchFamily="34" charset="-128"/>
              </a:defRPr>
            </a:lvl9pPr>
          </a:lstStyle>
          <a:p>
            <a:endParaRPr lang="en-US" sz="2800" dirty="0">
              <a:solidFill>
                <a:srgbClr val="FFC000"/>
              </a:solidFill>
              <a:latin typeface="+mn-lt"/>
            </a:endParaRPr>
          </a:p>
          <a:p>
            <a:endParaRPr lang="en-US" sz="2800" dirty="0">
              <a:solidFill>
                <a:srgbClr val="FFC000"/>
              </a:solidFill>
              <a:latin typeface="+mn-lt"/>
            </a:endParaRPr>
          </a:p>
          <a:p>
            <a:r>
              <a:rPr lang="en-US" sz="2800" dirty="0">
                <a:solidFill>
                  <a:srgbClr val="FFC000"/>
                </a:solidFill>
                <a:latin typeface="+mn-lt"/>
              </a:rPr>
              <a:t>Synergizing Student &amp; Employer Demand to Move at the Speed of Need</a:t>
            </a:r>
          </a:p>
          <a:p>
            <a:endParaRPr lang="en-US" sz="2800" dirty="0">
              <a:solidFill>
                <a:srgbClr val="FFC000"/>
              </a:solidFill>
              <a:latin typeface="+mn-lt"/>
            </a:endParaRPr>
          </a:p>
          <a:p>
            <a:endParaRPr lang="en-US" sz="3200" dirty="0">
              <a:solidFill>
                <a:srgbClr val="FFC000"/>
              </a:solidFill>
              <a:latin typeface="+mn-lt"/>
            </a:endParaRPr>
          </a:p>
        </p:txBody>
      </p:sp>
      <p:sp>
        <p:nvSpPr>
          <p:cNvPr id="3" name="Rounded Rectangle 2">
            <a:extLst>
              <a:ext uri="{FF2B5EF4-FFF2-40B4-BE49-F238E27FC236}">
                <a16:creationId xmlns:a16="http://schemas.microsoft.com/office/drawing/2014/main" id="{30BF2D67-23B3-D4FD-B6FD-6B458DF5A3AE}"/>
              </a:ext>
            </a:extLst>
          </p:cNvPr>
          <p:cNvSpPr/>
          <p:nvPr/>
        </p:nvSpPr>
        <p:spPr>
          <a:xfrm>
            <a:off x="3404937" y="589874"/>
            <a:ext cx="5967664" cy="1780348"/>
          </a:xfrm>
          <a:prstGeom prst="roundRect">
            <a:avLst>
              <a:gd name="adj" fmla="val 11485"/>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EABDD2C3-5E1F-7346-423A-7080979D8319}"/>
              </a:ext>
            </a:extLst>
          </p:cNvPr>
          <p:cNvSpPr/>
          <p:nvPr/>
        </p:nvSpPr>
        <p:spPr>
          <a:xfrm>
            <a:off x="7664271" y="2562727"/>
            <a:ext cx="4391528" cy="2261937"/>
          </a:xfrm>
          <a:prstGeom prst="roundRect">
            <a:avLst>
              <a:gd name="adj" fmla="val 12866"/>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D4C6F7F9-2310-1EC0-4A52-3F4328B640E5}"/>
              </a:ext>
            </a:extLst>
          </p:cNvPr>
          <p:cNvSpPr/>
          <p:nvPr/>
        </p:nvSpPr>
        <p:spPr>
          <a:xfrm>
            <a:off x="3729789" y="4560282"/>
            <a:ext cx="5390149" cy="1934307"/>
          </a:xfrm>
          <a:prstGeom prst="roundRect">
            <a:avLst>
              <a:gd name="adj" fmla="val 17040"/>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DCAF754-8755-26E3-B2B0-87B3690DFBCF}"/>
              </a:ext>
            </a:extLst>
          </p:cNvPr>
          <p:cNvSpPr/>
          <p:nvPr/>
        </p:nvSpPr>
        <p:spPr>
          <a:xfrm>
            <a:off x="264697" y="2041357"/>
            <a:ext cx="3023935" cy="930443"/>
          </a:xfrm>
          <a:prstGeom prst="roundRect">
            <a:avLst>
              <a:gd name="adj" fmla="val 25267"/>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F08AA3B3-D7C6-8239-89AA-D3D9EA9140DF}"/>
              </a:ext>
            </a:extLst>
          </p:cNvPr>
          <p:cNvSpPr/>
          <p:nvPr/>
        </p:nvSpPr>
        <p:spPr>
          <a:xfrm>
            <a:off x="9861886" y="1384683"/>
            <a:ext cx="2176639" cy="894347"/>
          </a:xfrm>
          <a:prstGeom prst="roundRect">
            <a:avLst>
              <a:gd name="adj" fmla="val 25267"/>
            </a:avLst>
          </a:prstGeom>
          <a:noFill/>
          <a:ln w="76200">
            <a:solidFill>
              <a:srgbClr val="FF0000"/>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094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D894-686E-EA28-3124-5232D408C82D}"/>
              </a:ext>
            </a:extLst>
          </p:cNvPr>
          <p:cNvSpPr>
            <a:spLocks noGrp="1"/>
          </p:cNvSpPr>
          <p:nvPr>
            <p:ph type="title"/>
          </p:nvPr>
        </p:nvSpPr>
        <p:spPr>
          <a:xfrm>
            <a:off x="159634" y="1033160"/>
            <a:ext cx="11834444" cy="1540823"/>
          </a:xfrm>
        </p:spPr>
        <p:txBody>
          <a:bodyPr/>
          <a:lstStyle/>
          <a:p>
            <a:pPr marL="346075" indent="-346075" algn="l">
              <a:buFont typeface="Arial" panose="020B0604020202020204" pitchFamily="34" charset="0"/>
              <a:buChar char="•"/>
            </a:pPr>
            <a:r>
              <a:rPr lang="en-US" sz="3600" b="1" dirty="0">
                <a:effectLst>
                  <a:outerShdw blurRad="50800" dist="38100" dir="2700000" algn="tl" rotWithShape="0">
                    <a:prstClr val="black">
                      <a:alpha val="40000"/>
                    </a:prstClr>
                  </a:outerShdw>
                </a:effectLst>
                <a:latin typeface="Aptos" panose="020B0004020202020204" pitchFamily="34" charset="0"/>
              </a:rPr>
              <a:t>How Do We Break Down Institutional Silos to Prepare Purpose-Ready Graduates?</a:t>
            </a:r>
            <a:br>
              <a:rPr lang="en-US" sz="3600" b="1" dirty="0">
                <a:effectLst>
                  <a:outerShdw blurRad="50800" dist="38100" dir="2700000" algn="tl" rotWithShape="0">
                    <a:prstClr val="black">
                      <a:alpha val="40000"/>
                    </a:prstClr>
                  </a:outerShdw>
                </a:effectLst>
                <a:latin typeface="Aptos" panose="020B0004020202020204" pitchFamily="34" charset="0"/>
              </a:rPr>
            </a:br>
            <a:endParaRPr lang="en-US" sz="3600" b="1" dirty="0">
              <a:effectLst>
                <a:outerShdw blurRad="50800" dist="38100" dir="2700000" algn="tl" rotWithShape="0">
                  <a:prstClr val="black">
                    <a:alpha val="40000"/>
                  </a:prstClr>
                </a:outerShdw>
              </a:effectLst>
              <a:latin typeface="Aptos" panose="020B0004020202020204" pitchFamily="34" charset="0"/>
            </a:endParaRPr>
          </a:p>
        </p:txBody>
      </p:sp>
      <p:pic>
        <p:nvPicPr>
          <p:cNvPr id="5" name="Image 0" descr=" ">
            <a:extLst>
              <a:ext uri="{FF2B5EF4-FFF2-40B4-BE49-F238E27FC236}">
                <a16:creationId xmlns:a16="http://schemas.microsoft.com/office/drawing/2014/main" id="{3D6B0316-B713-B612-3CD8-FA41AE28A55C}"/>
              </a:ext>
            </a:extLst>
          </p:cNvPr>
          <p:cNvPicPr>
            <a:picLocks noChangeAspect="1"/>
          </p:cNvPicPr>
          <p:nvPr/>
        </p:nvPicPr>
        <p:blipFill>
          <a:blip r:embed="rId2"/>
          <a:srcRect l="20590" r="72773"/>
          <a:stretch>
            <a:fillRect/>
          </a:stretch>
        </p:blipFill>
        <p:spPr>
          <a:xfrm rot="5400000">
            <a:off x="5821735" y="-5821735"/>
            <a:ext cx="548530" cy="12192000"/>
          </a:xfrm>
          <a:prstGeom prst="rect">
            <a:avLst/>
          </a:prstGeom>
        </p:spPr>
      </p:pic>
      <p:sp>
        <p:nvSpPr>
          <p:cNvPr id="3" name="Text Placeholder 2">
            <a:extLst>
              <a:ext uri="{FF2B5EF4-FFF2-40B4-BE49-F238E27FC236}">
                <a16:creationId xmlns:a16="http://schemas.microsoft.com/office/drawing/2014/main" id="{699A6298-D53F-EAA4-989B-61FADDA6255C}"/>
              </a:ext>
            </a:extLst>
          </p:cNvPr>
          <p:cNvSpPr>
            <a:spLocks noGrp="1"/>
          </p:cNvSpPr>
          <p:nvPr>
            <p:ph type="body" sz="quarter" idx="10"/>
          </p:nvPr>
        </p:nvSpPr>
        <p:spPr>
          <a:xfrm>
            <a:off x="640900" y="2240406"/>
            <a:ext cx="11186923" cy="3903535"/>
          </a:xfrm>
        </p:spPr>
        <p:txBody>
          <a:bodyPr wrap="square">
            <a:noAutofit/>
          </a:bodyPr>
          <a:lstStyle/>
          <a:p>
            <a:pPr marL="346075" indent="-346075" algn="l">
              <a:lnSpc>
                <a:spcPct val="100000"/>
              </a:lnSpc>
              <a:spcBef>
                <a:spcPts val="600"/>
              </a:spcBef>
              <a:spcAft>
                <a:spcPts val="600"/>
              </a:spcAft>
              <a:buFont typeface="Arial" panose="020B0604020202020204" pitchFamily="34" charset="0"/>
              <a:buChar char="•"/>
            </a:pPr>
            <a:r>
              <a:rPr lang="en-US" sz="3600" dirty="0">
                <a:effectLst>
                  <a:outerShdw blurRad="50800" dist="38100" dir="2700000" algn="tl" rotWithShape="0">
                    <a:prstClr val="black">
                      <a:alpha val="40000"/>
                    </a:prstClr>
                  </a:outerShdw>
                </a:effectLst>
                <a:latin typeface="Aptos" panose="020B0004020202020204" pitchFamily="34" charset="0"/>
              </a:rPr>
              <a:t>What would change if faculty, academic leadership, enrollment management, career services, &amp; employer partners jointly designed the student experience rather than pursuing separate initiatives?</a:t>
            </a:r>
          </a:p>
          <a:p>
            <a:pPr marL="346075" indent="-346075" algn="l">
              <a:lnSpc>
                <a:spcPct val="100000"/>
              </a:lnSpc>
              <a:spcBef>
                <a:spcPts val="600"/>
              </a:spcBef>
              <a:buFont typeface="Arial" panose="020B0604020202020204" pitchFamily="34" charset="0"/>
              <a:buChar char="•"/>
            </a:pPr>
            <a:r>
              <a:rPr lang="en-US" sz="3600" dirty="0">
                <a:effectLst>
                  <a:outerShdw blurRad="50800" dist="38100" dir="2700000" algn="tl" rotWithShape="0">
                    <a:prstClr val="black">
                      <a:alpha val="40000"/>
                    </a:prstClr>
                  </a:outerShdw>
                </a:effectLst>
                <a:latin typeface="Aptos" panose="020B0004020202020204" pitchFamily="34" charset="0"/>
              </a:rPr>
              <a:t>What practical barriers must we overcome?</a:t>
            </a:r>
          </a:p>
        </p:txBody>
      </p:sp>
      <p:sp>
        <p:nvSpPr>
          <p:cNvPr id="4" name="Text Placeholder 3">
            <a:extLst>
              <a:ext uri="{FF2B5EF4-FFF2-40B4-BE49-F238E27FC236}">
                <a16:creationId xmlns:a16="http://schemas.microsoft.com/office/drawing/2014/main" id="{4757B653-063D-09CF-4A8D-67B6C8F4C408}"/>
              </a:ext>
            </a:extLst>
          </p:cNvPr>
          <p:cNvSpPr>
            <a:spLocks noGrp="1"/>
          </p:cNvSpPr>
          <p:nvPr>
            <p:ph type="body" sz="quarter" idx="12"/>
          </p:nvPr>
        </p:nvSpPr>
        <p:spPr>
          <a:xfrm>
            <a:off x="2208809" y="151698"/>
            <a:ext cx="7945844" cy="308731"/>
          </a:xfrm>
        </p:spPr>
        <p:txBody>
          <a:bodyPr/>
          <a:lstStyle/>
          <a:p>
            <a:pPr marL="0" indent="0" fontAlgn="base">
              <a:spcBef>
                <a:spcPct val="0"/>
              </a:spcBef>
              <a:spcAft>
                <a:spcPct val="0"/>
              </a:spcAft>
            </a:pPr>
            <a:r>
              <a:rPr lang="en-US" sz="3600" dirty="0">
                <a:solidFill>
                  <a:srgbClr val="FFC000"/>
                </a:solidFill>
                <a:latin typeface="+mn-lt"/>
                <a:ea typeface="+mj-ea"/>
                <a:cs typeface="+mj-cs"/>
              </a:rPr>
              <a:t>Discussion Question #1</a:t>
            </a:r>
          </a:p>
        </p:txBody>
      </p:sp>
    </p:spTree>
    <p:extLst>
      <p:ext uri="{BB962C8B-B14F-4D97-AF65-F5344CB8AC3E}">
        <p14:creationId xmlns:p14="http://schemas.microsoft.com/office/powerpoint/2010/main" val="202934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9F2AB-ACEF-2A0F-ADB6-B99542005C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B518D-1E98-BC9B-09C9-2C84BE26921C}"/>
              </a:ext>
            </a:extLst>
          </p:cNvPr>
          <p:cNvSpPr>
            <a:spLocks noGrp="1"/>
          </p:cNvSpPr>
          <p:nvPr>
            <p:ph type="title"/>
          </p:nvPr>
        </p:nvSpPr>
        <p:spPr>
          <a:xfrm>
            <a:off x="159635" y="1033155"/>
            <a:ext cx="11703814" cy="1540823"/>
          </a:xfrm>
        </p:spPr>
        <p:txBody>
          <a:bodyPr/>
          <a:lstStyle/>
          <a:p>
            <a:pPr marL="346075" indent="-346075" algn="l">
              <a:buFont typeface="Arial" panose="020B0604020202020204" pitchFamily="34" charset="0"/>
              <a:buChar char="•"/>
            </a:pPr>
            <a:r>
              <a:rPr lang="en-US" sz="3600" b="1" dirty="0">
                <a:effectLst>
                  <a:outerShdw blurRad="50800" dist="38100" dir="2700000" algn="tl" rotWithShape="0">
                    <a:prstClr val="black">
                      <a:alpha val="40000"/>
                    </a:prstClr>
                  </a:outerShdw>
                </a:effectLst>
                <a:latin typeface="Aptos" panose="020B0004020202020204" pitchFamily="34" charset="0"/>
              </a:rPr>
              <a:t>Are We Preparing Students for the Workforce They're Actually Entering?</a:t>
            </a:r>
            <a:br>
              <a:rPr lang="en-US" sz="3600" b="1" dirty="0">
                <a:effectLst>
                  <a:outerShdw blurRad="50800" dist="38100" dir="2700000" algn="tl" rotWithShape="0">
                    <a:prstClr val="black">
                      <a:alpha val="40000"/>
                    </a:prstClr>
                  </a:outerShdw>
                </a:effectLst>
                <a:latin typeface="Aptos" panose="020B0004020202020204" pitchFamily="34" charset="0"/>
              </a:rPr>
            </a:br>
            <a:endParaRPr lang="en-US" sz="3600" b="1" dirty="0">
              <a:effectLst>
                <a:outerShdw blurRad="50800" dist="38100" dir="2700000" algn="tl" rotWithShape="0">
                  <a:prstClr val="black">
                    <a:alpha val="40000"/>
                  </a:prstClr>
                </a:outerShdw>
              </a:effectLst>
              <a:latin typeface="Aptos" panose="020B0004020202020204" pitchFamily="34" charset="0"/>
            </a:endParaRPr>
          </a:p>
        </p:txBody>
      </p:sp>
      <p:sp>
        <p:nvSpPr>
          <p:cNvPr id="3" name="Text Placeholder 2">
            <a:extLst>
              <a:ext uri="{FF2B5EF4-FFF2-40B4-BE49-F238E27FC236}">
                <a16:creationId xmlns:a16="http://schemas.microsoft.com/office/drawing/2014/main" id="{5DA5AAC1-4167-96C3-9675-621F894FA2A2}"/>
              </a:ext>
            </a:extLst>
          </p:cNvPr>
          <p:cNvSpPr>
            <a:spLocks noGrp="1"/>
          </p:cNvSpPr>
          <p:nvPr>
            <p:ph type="body" sz="quarter" idx="10"/>
          </p:nvPr>
        </p:nvSpPr>
        <p:spPr>
          <a:xfrm>
            <a:off x="640900" y="2299776"/>
            <a:ext cx="11391466" cy="3903535"/>
          </a:xfrm>
        </p:spPr>
        <p:txBody>
          <a:bodyPr wrap="square">
            <a:noAutofit/>
          </a:bodyPr>
          <a:lstStyle/>
          <a:p>
            <a:pPr marL="346075" indent="-346075" algn="l">
              <a:spcBef>
                <a:spcPct val="0"/>
              </a:spcBef>
              <a:spcAft>
                <a:spcPts val="600"/>
              </a:spcAft>
              <a:buFont typeface="Arial" panose="020B0604020202020204" pitchFamily="34" charset="0"/>
              <a:buChar char="•"/>
            </a:pPr>
            <a:r>
              <a:rPr lang="en-US" sz="3600" dirty="0">
                <a:solidFill>
                  <a:schemeClr val="bg1"/>
                </a:solidFill>
                <a:effectLst>
                  <a:outerShdw blurRad="50800" dist="38100" dir="2700000" algn="tl" rotWithShape="0">
                    <a:prstClr val="black">
                      <a:alpha val="40000"/>
                    </a:prstClr>
                  </a:outerShdw>
                </a:effectLst>
                <a:latin typeface="Aptos" panose="020B0004020202020204" pitchFamily="34" charset="0"/>
                <a:ea typeface="Tahoma" panose="020B0604030504040204" pitchFamily="34" charset="0"/>
                <a:cs typeface="Tahoma" panose="020B0604030504040204" pitchFamily="34" charset="0"/>
              </a:rPr>
              <a:t>As AI transforms entry-level jobs &amp; employer expectations, what skills, experiences, &amp; human capabilities must our graduates demonstrate to succeed—</a:t>
            </a:r>
            <a:br>
              <a:rPr lang="en-US" sz="3600" dirty="0">
                <a:solidFill>
                  <a:schemeClr val="bg1"/>
                </a:solidFill>
                <a:effectLst>
                  <a:outerShdw blurRad="50800" dist="38100" dir="2700000" algn="tl" rotWithShape="0">
                    <a:prstClr val="black">
                      <a:alpha val="40000"/>
                    </a:prstClr>
                  </a:outerShdw>
                </a:effectLst>
                <a:latin typeface="Aptos" panose="020B0004020202020204" pitchFamily="34" charset="0"/>
                <a:ea typeface="Tahoma" panose="020B0604030504040204" pitchFamily="34" charset="0"/>
                <a:cs typeface="Tahoma" panose="020B0604030504040204" pitchFamily="34" charset="0"/>
              </a:rPr>
            </a:br>
            <a:r>
              <a:rPr lang="en-US" sz="3600" dirty="0">
                <a:solidFill>
                  <a:schemeClr val="bg1"/>
                </a:solidFill>
                <a:effectLst>
                  <a:outerShdw blurRad="50800" dist="38100" dir="2700000" algn="tl" rotWithShape="0">
                    <a:prstClr val="black">
                      <a:alpha val="40000"/>
                    </a:prstClr>
                  </a:outerShdw>
                </a:effectLst>
                <a:latin typeface="Aptos" panose="020B0004020202020204" pitchFamily="34" charset="0"/>
                <a:ea typeface="Tahoma" panose="020B0604030504040204" pitchFamily="34" charset="0"/>
                <a:cs typeface="Tahoma" panose="020B0604030504040204" pitchFamily="34" charset="0"/>
              </a:rPr>
              <a:t>&amp; where are our current educational approaches falling short?</a:t>
            </a:r>
          </a:p>
        </p:txBody>
      </p:sp>
      <p:pic>
        <p:nvPicPr>
          <p:cNvPr id="7" name="Image 0" descr=" ">
            <a:extLst>
              <a:ext uri="{FF2B5EF4-FFF2-40B4-BE49-F238E27FC236}">
                <a16:creationId xmlns:a16="http://schemas.microsoft.com/office/drawing/2014/main" id="{4B18ECC1-7803-2E21-4E37-6B023B9B7C20}"/>
              </a:ext>
            </a:extLst>
          </p:cNvPr>
          <p:cNvPicPr>
            <a:picLocks noChangeAspect="1"/>
          </p:cNvPicPr>
          <p:nvPr/>
        </p:nvPicPr>
        <p:blipFill>
          <a:blip r:embed="rId2"/>
          <a:srcRect l="20590" r="72773"/>
          <a:stretch>
            <a:fillRect/>
          </a:stretch>
        </p:blipFill>
        <p:spPr>
          <a:xfrm rot="5400000">
            <a:off x="5821735" y="-5821735"/>
            <a:ext cx="548530" cy="12192000"/>
          </a:xfrm>
          <a:prstGeom prst="rect">
            <a:avLst/>
          </a:prstGeom>
        </p:spPr>
      </p:pic>
      <p:sp>
        <p:nvSpPr>
          <p:cNvPr id="8" name="Text Placeholder 3">
            <a:extLst>
              <a:ext uri="{FF2B5EF4-FFF2-40B4-BE49-F238E27FC236}">
                <a16:creationId xmlns:a16="http://schemas.microsoft.com/office/drawing/2014/main" id="{7373352A-9AEE-4287-C8CF-6CE6323B6634}"/>
              </a:ext>
            </a:extLst>
          </p:cNvPr>
          <p:cNvSpPr>
            <a:spLocks noGrp="1"/>
          </p:cNvSpPr>
          <p:nvPr>
            <p:ph type="body" sz="quarter" idx="12"/>
          </p:nvPr>
        </p:nvSpPr>
        <p:spPr>
          <a:xfrm>
            <a:off x="2208809" y="151698"/>
            <a:ext cx="7945844" cy="308731"/>
          </a:xfrm>
        </p:spPr>
        <p:txBody>
          <a:bodyPr/>
          <a:lstStyle/>
          <a:p>
            <a:pPr marL="0" indent="0" fontAlgn="base">
              <a:spcBef>
                <a:spcPct val="0"/>
              </a:spcBef>
              <a:spcAft>
                <a:spcPct val="0"/>
              </a:spcAft>
            </a:pPr>
            <a:r>
              <a:rPr lang="en-US" sz="3600" dirty="0">
                <a:solidFill>
                  <a:srgbClr val="FFC000"/>
                </a:solidFill>
                <a:latin typeface="+mn-lt"/>
                <a:ea typeface="+mj-ea"/>
                <a:cs typeface="+mj-cs"/>
              </a:rPr>
              <a:t>Discussion Question #2</a:t>
            </a:r>
          </a:p>
        </p:txBody>
      </p:sp>
    </p:spTree>
    <p:extLst>
      <p:ext uri="{BB962C8B-B14F-4D97-AF65-F5344CB8AC3E}">
        <p14:creationId xmlns:p14="http://schemas.microsoft.com/office/powerpoint/2010/main" val="345449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E199-FDF5-669B-AF1A-A21B801F380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25FC147-439A-6338-7716-B5DE01576137}"/>
              </a:ext>
            </a:extLst>
          </p:cNvPr>
          <p:cNvSpPr>
            <a:spLocks noGrp="1"/>
          </p:cNvSpPr>
          <p:nvPr>
            <p:ph type="body" sz="quarter" idx="10"/>
          </p:nvPr>
        </p:nvSpPr>
        <p:spPr>
          <a:xfrm>
            <a:off x="640899" y="2299776"/>
            <a:ext cx="11539069" cy="3903535"/>
          </a:xfrm>
        </p:spPr>
        <p:txBody>
          <a:bodyPr wrap="square">
            <a:noAutofit/>
          </a:bodyPr>
          <a:lstStyle/>
          <a:p>
            <a:pPr marL="346075" indent="-346075" algn="l">
              <a:spcBef>
                <a:spcPct val="0"/>
              </a:spcBef>
              <a:spcAft>
                <a:spcPts val="600"/>
              </a:spcAft>
              <a:buFont typeface="Arial" panose="020B0604020202020204" pitchFamily="34" charset="0"/>
              <a:buChar char="•"/>
            </a:pPr>
            <a:r>
              <a:rPr lang="en-US" sz="3600" dirty="0">
                <a:solidFill>
                  <a:schemeClr val="bg1"/>
                </a:solidFill>
                <a:effectLst>
                  <a:outerShdw blurRad="50800" dist="38100" dir="2700000" algn="tl" rotWithShape="0">
                    <a:prstClr val="black">
                      <a:alpha val="40000"/>
                    </a:prstClr>
                  </a:outerShdw>
                </a:effectLst>
                <a:latin typeface="Aptos" panose="020B0004020202020204" pitchFamily="34" charset="0"/>
                <a:ea typeface="Tahoma" panose="020B0604030504040204" pitchFamily="34" charset="0"/>
                <a:cs typeface="Tahoma" panose="020B0604030504040204" pitchFamily="34" charset="0"/>
              </a:rPr>
              <a:t>Across AI-infused curricula, accelerated degree pathways, experiential learning, undergraduate research, &amp; career preparation, which opportunities are we missing—&amp; what prevents us from connecting these experiences into a coherent student journey?</a:t>
            </a:r>
          </a:p>
        </p:txBody>
      </p:sp>
      <p:sp>
        <p:nvSpPr>
          <p:cNvPr id="2" name="Title 1">
            <a:extLst>
              <a:ext uri="{FF2B5EF4-FFF2-40B4-BE49-F238E27FC236}">
                <a16:creationId xmlns:a16="http://schemas.microsoft.com/office/drawing/2014/main" id="{2FC27B9B-AB83-1DC9-84D3-BCD2E774C38D}"/>
              </a:ext>
            </a:extLst>
          </p:cNvPr>
          <p:cNvSpPr>
            <a:spLocks noGrp="1"/>
          </p:cNvSpPr>
          <p:nvPr>
            <p:ph type="title"/>
          </p:nvPr>
        </p:nvSpPr>
        <p:spPr>
          <a:xfrm>
            <a:off x="159635" y="1033151"/>
            <a:ext cx="11810692" cy="1540823"/>
          </a:xfrm>
        </p:spPr>
        <p:txBody>
          <a:bodyPr/>
          <a:lstStyle/>
          <a:p>
            <a:pPr marL="346075" indent="-346075" algn="l">
              <a:buFont typeface="Arial" panose="020B0604020202020204" pitchFamily="34" charset="0"/>
              <a:buChar char="•"/>
            </a:pPr>
            <a:r>
              <a:rPr lang="en-US" sz="3600" b="1" dirty="0">
                <a:effectLst>
                  <a:outerShdw blurRad="50800" dist="38100" dir="2700000" algn="tl" rotWithShape="0">
                    <a:prstClr val="black">
                      <a:alpha val="40000"/>
                    </a:prstClr>
                  </a:outerShdw>
                </a:effectLst>
                <a:latin typeface="Aptos" panose="020B0004020202020204" pitchFamily="34" charset="0"/>
              </a:rPr>
              <a:t>Where Are the Biggest Gaps in Our Student Success Ecosystem?</a:t>
            </a:r>
            <a:br>
              <a:rPr lang="en-US" sz="3600" b="1" dirty="0">
                <a:effectLst>
                  <a:outerShdw blurRad="50800" dist="38100" dir="2700000" algn="tl" rotWithShape="0">
                    <a:prstClr val="black">
                      <a:alpha val="40000"/>
                    </a:prstClr>
                  </a:outerShdw>
                </a:effectLst>
                <a:latin typeface="Aptos" panose="020B0004020202020204" pitchFamily="34" charset="0"/>
              </a:rPr>
            </a:br>
            <a:endParaRPr lang="en-US" sz="3600" b="1" dirty="0">
              <a:effectLst>
                <a:outerShdw blurRad="50800" dist="38100" dir="2700000" algn="tl" rotWithShape="0">
                  <a:prstClr val="black">
                    <a:alpha val="40000"/>
                  </a:prstClr>
                </a:outerShdw>
              </a:effectLst>
              <a:latin typeface="Aptos" panose="020B0004020202020204" pitchFamily="34" charset="0"/>
            </a:endParaRPr>
          </a:p>
        </p:txBody>
      </p:sp>
      <p:pic>
        <p:nvPicPr>
          <p:cNvPr id="7" name="Image 0" descr=" ">
            <a:extLst>
              <a:ext uri="{FF2B5EF4-FFF2-40B4-BE49-F238E27FC236}">
                <a16:creationId xmlns:a16="http://schemas.microsoft.com/office/drawing/2014/main" id="{17B89403-1698-74D0-B8F6-82917C14A1C3}"/>
              </a:ext>
            </a:extLst>
          </p:cNvPr>
          <p:cNvPicPr>
            <a:picLocks noChangeAspect="1"/>
          </p:cNvPicPr>
          <p:nvPr/>
        </p:nvPicPr>
        <p:blipFill>
          <a:blip r:embed="rId2"/>
          <a:srcRect l="20590" r="72773"/>
          <a:stretch>
            <a:fillRect/>
          </a:stretch>
        </p:blipFill>
        <p:spPr>
          <a:xfrm rot="5400000">
            <a:off x="5821735" y="-5821735"/>
            <a:ext cx="548530" cy="12192000"/>
          </a:xfrm>
          <a:prstGeom prst="rect">
            <a:avLst/>
          </a:prstGeom>
        </p:spPr>
      </p:pic>
      <p:sp>
        <p:nvSpPr>
          <p:cNvPr id="8" name="Text Placeholder 3">
            <a:extLst>
              <a:ext uri="{FF2B5EF4-FFF2-40B4-BE49-F238E27FC236}">
                <a16:creationId xmlns:a16="http://schemas.microsoft.com/office/drawing/2014/main" id="{D7613785-5A0C-631C-11AA-BFD68D61DB82}"/>
              </a:ext>
            </a:extLst>
          </p:cNvPr>
          <p:cNvSpPr>
            <a:spLocks noGrp="1"/>
          </p:cNvSpPr>
          <p:nvPr>
            <p:ph type="body" sz="quarter" idx="12"/>
          </p:nvPr>
        </p:nvSpPr>
        <p:spPr>
          <a:xfrm>
            <a:off x="2208809" y="151698"/>
            <a:ext cx="7945844" cy="308731"/>
          </a:xfrm>
        </p:spPr>
        <p:txBody>
          <a:bodyPr/>
          <a:lstStyle/>
          <a:p>
            <a:pPr marL="0" indent="0" fontAlgn="base">
              <a:spcBef>
                <a:spcPct val="0"/>
              </a:spcBef>
              <a:spcAft>
                <a:spcPct val="0"/>
              </a:spcAft>
            </a:pPr>
            <a:r>
              <a:rPr lang="en-US" sz="3600" dirty="0">
                <a:solidFill>
                  <a:srgbClr val="FFC000"/>
                </a:solidFill>
                <a:latin typeface="+mn-lt"/>
                <a:ea typeface="+mj-ea"/>
                <a:cs typeface="+mj-cs"/>
              </a:rPr>
              <a:t>Discussion Question #3</a:t>
            </a:r>
          </a:p>
        </p:txBody>
      </p:sp>
    </p:spTree>
    <p:extLst>
      <p:ext uri="{BB962C8B-B14F-4D97-AF65-F5344CB8AC3E}">
        <p14:creationId xmlns:p14="http://schemas.microsoft.com/office/powerpoint/2010/main" val="2193746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DAEC7-3E5A-9E2F-AE9C-8B4CAA842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3600A-09CD-189D-404C-0C2B9BD03A51}"/>
              </a:ext>
            </a:extLst>
          </p:cNvPr>
          <p:cNvSpPr>
            <a:spLocks noGrp="1"/>
          </p:cNvSpPr>
          <p:nvPr>
            <p:ph type="title"/>
          </p:nvPr>
        </p:nvSpPr>
        <p:spPr>
          <a:xfrm>
            <a:off x="159635" y="534391"/>
            <a:ext cx="11573186" cy="1540823"/>
          </a:xfrm>
        </p:spPr>
        <p:txBody>
          <a:bodyPr/>
          <a:lstStyle/>
          <a:p>
            <a:pPr marL="346075" indent="-346075" algn="l">
              <a:buFont typeface="Arial" panose="020B0604020202020204" pitchFamily="34" charset="0"/>
              <a:buChar char="•"/>
            </a:pPr>
            <a:r>
              <a:rPr lang="en-US" sz="3600" b="1" dirty="0">
                <a:effectLst>
                  <a:outerShdw blurRad="50800" dist="38100" dir="2700000" algn="tl" rotWithShape="0">
                    <a:prstClr val="black">
                      <a:alpha val="40000"/>
                    </a:prstClr>
                  </a:outerShdw>
                </a:effectLst>
                <a:latin typeface="Aptos" panose="020B0004020202020204" pitchFamily="34" charset="0"/>
              </a:rPr>
              <a:t>What One Action Could We Take in the Next 90 Days?</a:t>
            </a:r>
            <a:br>
              <a:rPr lang="en-US" sz="3600" b="1" dirty="0">
                <a:effectLst>
                  <a:outerShdw blurRad="50800" dist="38100" dir="2700000" algn="tl" rotWithShape="0">
                    <a:prstClr val="black">
                      <a:alpha val="40000"/>
                    </a:prstClr>
                  </a:outerShdw>
                </a:effectLst>
                <a:latin typeface="Aptos" panose="020B0004020202020204" pitchFamily="34" charset="0"/>
              </a:rPr>
            </a:br>
            <a:endParaRPr lang="en-US" sz="3600" b="1" dirty="0">
              <a:effectLst>
                <a:outerShdw blurRad="50800" dist="38100" dir="2700000" algn="tl" rotWithShape="0">
                  <a:prstClr val="black">
                    <a:alpha val="40000"/>
                  </a:prstClr>
                </a:outerShdw>
              </a:effectLst>
              <a:latin typeface="Aptos" panose="020B0004020202020204" pitchFamily="34" charset="0"/>
            </a:endParaRPr>
          </a:p>
        </p:txBody>
      </p:sp>
      <p:sp>
        <p:nvSpPr>
          <p:cNvPr id="3" name="Text Placeholder 2">
            <a:extLst>
              <a:ext uri="{FF2B5EF4-FFF2-40B4-BE49-F238E27FC236}">
                <a16:creationId xmlns:a16="http://schemas.microsoft.com/office/drawing/2014/main" id="{6E73D0B7-A245-87F2-5C52-C798C59D16BC}"/>
              </a:ext>
            </a:extLst>
          </p:cNvPr>
          <p:cNvSpPr>
            <a:spLocks noGrp="1"/>
          </p:cNvSpPr>
          <p:nvPr>
            <p:ph type="body" sz="quarter" idx="10"/>
          </p:nvPr>
        </p:nvSpPr>
        <p:spPr>
          <a:xfrm>
            <a:off x="640900" y="1812887"/>
            <a:ext cx="11391466" cy="3903535"/>
          </a:xfrm>
        </p:spPr>
        <p:txBody>
          <a:bodyPr wrap="square">
            <a:noAutofit/>
          </a:bodyPr>
          <a:lstStyle/>
          <a:p>
            <a:pPr marL="346075" indent="-346075" algn="l">
              <a:spcBef>
                <a:spcPct val="0"/>
              </a:spcBef>
              <a:spcAft>
                <a:spcPts val="600"/>
              </a:spcAft>
              <a:buFont typeface="Arial" panose="020B0604020202020204" pitchFamily="34" charset="0"/>
              <a:buChar char="•"/>
            </a:pPr>
            <a:r>
              <a:rPr lang="en-US" sz="3600" dirty="0">
                <a:solidFill>
                  <a:schemeClr val="bg1"/>
                </a:solidFill>
                <a:effectLst>
                  <a:outerShdw blurRad="50800" dist="38100" dir="2700000" algn="tl" rotWithShape="0">
                    <a:prstClr val="black">
                      <a:alpha val="40000"/>
                    </a:prstClr>
                  </a:outerShdw>
                </a:effectLst>
                <a:latin typeface="Aptos" panose="020B0004020202020204" pitchFamily="34" charset="0"/>
                <a:ea typeface="Tahoma" panose="020B0604030504040204" pitchFamily="34" charset="0"/>
                <a:cs typeface="Tahoma" panose="020B0604030504040204" pitchFamily="34" charset="0"/>
              </a:rPr>
              <a:t>If you could launch one cross-functional initiative to better prepare students for an AI-augmented workforce, what would it be, who would need to participate, &amp; how would you measure whether it improves student learning or career readiness?</a:t>
            </a:r>
          </a:p>
        </p:txBody>
      </p:sp>
      <p:pic>
        <p:nvPicPr>
          <p:cNvPr id="7" name="Image 0" descr=" ">
            <a:extLst>
              <a:ext uri="{FF2B5EF4-FFF2-40B4-BE49-F238E27FC236}">
                <a16:creationId xmlns:a16="http://schemas.microsoft.com/office/drawing/2014/main" id="{72B3C99A-83D1-C752-970D-0E7C7CE70EB0}"/>
              </a:ext>
            </a:extLst>
          </p:cNvPr>
          <p:cNvPicPr>
            <a:picLocks noChangeAspect="1"/>
          </p:cNvPicPr>
          <p:nvPr/>
        </p:nvPicPr>
        <p:blipFill>
          <a:blip r:embed="rId2"/>
          <a:srcRect l="20590" r="72773"/>
          <a:stretch>
            <a:fillRect/>
          </a:stretch>
        </p:blipFill>
        <p:spPr>
          <a:xfrm rot="5400000">
            <a:off x="5821735" y="-5821735"/>
            <a:ext cx="548530" cy="12192000"/>
          </a:xfrm>
          <a:prstGeom prst="rect">
            <a:avLst/>
          </a:prstGeom>
        </p:spPr>
      </p:pic>
      <p:sp>
        <p:nvSpPr>
          <p:cNvPr id="8" name="Text Placeholder 3">
            <a:extLst>
              <a:ext uri="{FF2B5EF4-FFF2-40B4-BE49-F238E27FC236}">
                <a16:creationId xmlns:a16="http://schemas.microsoft.com/office/drawing/2014/main" id="{6143DF17-8050-700E-BC4B-49EBBC835793}"/>
              </a:ext>
            </a:extLst>
          </p:cNvPr>
          <p:cNvSpPr>
            <a:spLocks noGrp="1"/>
          </p:cNvSpPr>
          <p:nvPr>
            <p:ph type="body" sz="quarter" idx="12"/>
          </p:nvPr>
        </p:nvSpPr>
        <p:spPr>
          <a:xfrm>
            <a:off x="2208809" y="151698"/>
            <a:ext cx="7945844" cy="308731"/>
          </a:xfrm>
        </p:spPr>
        <p:txBody>
          <a:bodyPr/>
          <a:lstStyle/>
          <a:p>
            <a:pPr marL="0" indent="0" fontAlgn="base">
              <a:spcBef>
                <a:spcPct val="0"/>
              </a:spcBef>
              <a:spcAft>
                <a:spcPct val="0"/>
              </a:spcAft>
            </a:pPr>
            <a:r>
              <a:rPr lang="en-US" sz="3600" dirty="0">
                <a:solidFill>
                  <a:srgbClr val="FFC000"/>
                </a:solidFill>
                <a:latin typeface="+mn-lt"/>
                <a:ea typeface="+mj-ea"/>
                <a:cs typeface="+mj-cs"/>
              </a:rPr>
              <a:t>Discussion Question #4</a:t>
            </a:r>
          </a:p>
        </p:txBody>
      </p:sp>
    </p:spTree>
    <p:extLst>
      <p:ext uri="{BB962C8B-B14F-4D97-AF65-F5344CB8AC3E}">
        <p14:creationId xmlns:p14="http://schemas.microsoft.com/office/powerpoint/2010/main" val="3251218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E8EFBC-0122-198A-9EB4-3CE8D7FE7BE3}"/>
              </a:ext>
            </a:extLst>
          </p:cNvPr>
          <p:cNvSpPr>
            <a:spLocks noGrp="1"/>
          </p:cNvSpPr>
          <p:nvPr>
            <p:ph type="ctrTitle"/>
          </p:nvPr>
        </p:nvSpPr>
        <p:spPr/>
        <p:txBody>
          <a:bodyPr/>
          <a:lstStyle/>
          <a:p>
            <a:endParaRPr lang="en-US"/>
          </a:p>
        </p:txBody>
      </p:sp>
      <p:sp>
        <p:nvSpPr>
          <p:cNvPr id="6" name="Subtitle 5">
            <a:extLst>
              <a:ext uri="{FF2B5EF4-FFF2-40B4-BE49-F238E27FC236}">
                <a16:creationId xmlns:a16="http://schemas.microsoft.com/office/drawing/2014/main" id="{BE8CAD00-BF24-2F45-F541-870F86A43932}"/>
              </a:ext>
            </a:extLst>
          </p:cNvPr>
          <p:cNvSpPr>
            <a:spLocks noGrp="1"/>
          </p:cNvSpPr>
          <p:nvPr>
            <p:ph type="subTitle" idx="1"/>
          </p:nvPr>
        </p:nvSpPr>
        <p:spPr/>
        <p:txBody>
          <a:bodyPr/>
          <a:lstStyle/>
          <a:p>
            <a:endParaRPr lang="en-US"/>
          </a:p>
        </p:txBody>
      </p:sp>
      <p:pic>
        <p:nvPicPr>
          <p:cNvPr id="3" name="Picture Placeholder 2" descr="A group of people in graduation gowns&#10;&#10;AI-generated content may be incorrect.">
            <a:extLst>
              <a:ext uri="{FF2B5EF4-FFF2-40B4-BE49-F238E27FC236}">
                <a16:creationId xmlns:a16="http://schemas.microsoft.com/office/drawing/2014/main" id="{2C3FF935-C382-A08F-271E-E969DA7A7AD4}"/>
              </a:ext>
            </a:extLst>
          </p:cNvPr>
          <p:cNvPicPr>
            <a:picLocks noGrp="1" noChangeAspect="1"/>
          </p:cNvPicPr>
          <p:nvPr>
            <p:ph type="pic" sz="quarter" idx="4294967295"/>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Lst>
          </a:blip>
          <a:srcRect t="7813" b="7813"/>
          <a:stretch>
            <a:fillRect/>
          </a:stretch>
        </p:blipFill>
        <p:spPr>
          <a:xfrm>
            <a:off x="0" y="0"/>
            <a:ext cx="12192000" cy="6858000"/>
          </a:xfrm>
          <a:prstGeom prst="rect">
            <a:avLst/>
          </a:prstGeom>
          <a:noFill/>
          <a:effectLst/>
        </p:spPr>
      </p:pic>
    </p:spTree>
    <p:extLst>
      <p:ext uri="{BB962C8B-B14F-4D97-AF65-F5344CB8AC3E}">
        <p14:creationId xmlns:p14="http://schemas.microsoft.com/office/powerpoint/2010/main" val="3280796936"/>
      </p:ext>
    </p:extLst>
  </p:cSld>
  <p:clrMapOvr>
    <a:masterClrMapping/>
  </p:clrMapOvr>
</p:sld>
</file>

<file path=ppt/theme/theme1.xml><?xml version="1.0" encoding="utf-8"?>
<a:theme xmlns:a="http://schemas.openxmlformats.org/drawingml/2006/main" name="Top Bar">
  <a:themeElements>
    <a:clrScheme name="Custom 5">
      <a:dk1>
        <a:srgbClr val="28463C"/>
      </a:dk1>
      <a:lt1>
        <a:srgbClr val="F7F4EF"/>
      </a:lt1>
      <a:dk2>
        <a:srgbClr val="00221A"/>
      </a:dk2>
      <a:lt2>
        <a:srgbClr val="FFFFFF"/>
      </a:lt2>
      <a:accent1>
        <a:srgbClr val="115740"/>
      </a:accent1>
      <a:accent2>
        <a:srgbClr val="B28D4C"/>
      </a:accent2>
      <a:accent3>
        <a:srgbClr val="76A190"/>
      </a:accent3>
      <a:accent4>
        <a:srgbClr val="789D49"/>
      </a:accent4>
      <a:accent5>
        <a:srgbClr val="B3ECB6"/>
      </a:accent5>
      <a:accent6>
        <a:srgbClr val="0D3D48"/>
      </a:accent6>
      <a:hlink>
        <a:srgbClr val="B38D4C"/>
      </a:hlink>
      <a:folHlink>
        <a:srgbClr val="76A191"/>
      </a:folHlink>
    </a:clrScheme>
    <a:fontScheme name="WM2025BrandFonts">
      <a:majorFont>
        <a:latin typeface="Ale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M_Simple_PPT_Template_2025" id="{D56F5803-51D1-0D49-94E6-84A98F119583}" vid="{69BBAE7D-CE77-9F40-B296-D8D12A7C079E}"/>
    </a:ext>
  </a:extLst>
</a:theme>
</file>

<file path=ppt/theme/theme2.xml><?xml version="1.0" encoding="utf-8"?>
<a:theme xmlns:a="http://schemas.openxmlformats.org/drawingml/2006/main" name="Dividers and Callouts">
  <a:themeElements>
    <a:clrScheme name="Custom 3">
      <a:dk1>
        <a:srgbClr val="28463C"/>
      </a:dk1>
      <a:lt1>
        <a:srgbClr val="F7F4EF"/>
      </a:lt1>
      <a:dk2>
        <a:srgbClr val="00221A"/>
      </a:dk2>
      <a:lt2>
        <a:srgbClr val="FFFFFF"/>
      </a:lt2>
      <a:accent1>
        <a:srgbClr val="115740"/>
      </a:accent1>
      <a:accent2>
        <a:srgbClr val="B28D4C"/>
      </a:accent2>
      <a:accent3>
        <a:srgbClr val="75A091"/>
      </a:accent3>
      <a:accent4>
        <a:srgbClr val="789C49"/>
      </a:accent4>
      <a:accent5>
        <a:srgbClr val="C0DAB6"/>
      </a:accent5>
      <a:accent6>
        <a:srgbClr val="0D3D48"/>
      </a:accent6>
      <a:hlink>
        <a:srgbClr val="B38D4C"/>
      </a:hlink>
      <a:folHlink>
        <a:srgbClr val="76A19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M_Simple_PPT_Template_2025" id="{D56F5803-51D1-0D49-94E6-84A98F119583}" vid="{7F4785AD-33A2-5746-8373-E5F082FB4E5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a86cf36-560e-43b4-8848-ea0b90d93444">
      <Terms xmlns="http://schemas.microsoft.com/office/infopath/2007/PartnerControls"/>
    </lcf76f155ced4ddcb4097134ff3c332f>
    <TaxCatchAll xmlns="23485011-65c3-43a5-ab78-0ed6fc9bf1d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861EE0F6C5DE845910580039067E61B" ma:contentTypeVersion="16" ma:contentTypeDescription="Create a new document." ma:contentTypeScope="" ma:versionID="7ad867f40107ca279757a27a446a82dc">
  <xsd:schema xmlns:xsd="http://www.w3.org/2001/XMLSchema" xmlns:xs="http://www.w3.org/2001/XMLSchema" xmlns:p="http://schemas.microsoft.com/office/2006/metadata/properties" xmlns:ns2="9a86cf36-560e-43b4-8848-ea0b90d93444" xmlns:ns3="23485011-65c3-43a5-ab78-0ed6fc9bf1df" targetNamespace="http://schemas.microsoft.com/office/2006/metadata/properties" ma:root="true" ma:fieldsID="b8259c171e1d3adf670e28b92ee49cbd" ns2:_="" ns3:_="">
    <xsd:import namespace="9a86cf36-560e-43b4-8848-ea0b90d93444"/>
    <xsd:import namespace="23485011-65c3-43a5-ab78-0ed6fc9bf1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CR" minOccurs="0"/>
                <xsd:element ref="ns2:MediaServiceLocation"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86cf36-560e-43b4-8848-ea0b90d934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fe3cb0c-d40f-4108-bef2-3c64d4822ccd"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485011-65c3-43a5-ab78-0ed6fc9bf1d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f2a6e38-88b4-4715-8349-f0d4f143844a}" ma:internalName="TaxCatchAll" ma:showField="CatchAllData" ma:web="23485011-65c3-43a5-ab78-0ed6fc9bf1d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E6425D-5862-4B41-84AA-AC68B2FE8BDA}">
  <ds:schemaRefs>
    <ds:schemaRef ds:uri="http://schemas.microsoft.com/sharepoint/v3/contenttype/forms"/>
  </ds:schemaRefs>
</ds:datastoreItem>
</file>

<file path=customXml/itemProps2.xml><?xml version="1.0" encoding="utf-8"?>
<ds:datastoreItem xmlns:ds="http://schemas.openxmlformats.org/officeDocument/2006/customXml" ds:itemID="{87DBFCAD-29D5-4319-B889-A3C3DA4AE98C}">
  <ds:schemaRefs>
    <ds:schemaRef ds:uri="http://schemas.microsoft.com/office/2006/metadata/properties"/>
    <ds:schemaRef ds:uri="http://schemas.microsoft.com/office/infopath/2007/PartnerControls"/>
    <ds:schemaRef ds:uri="9a86cf36-560e-43b4-8848-ea0b90d93444"/>
    <ds:schemaRef ds:uri="23485011-65c3-43a5-ab78-0ed6fc9bf1df"/>
  </ds:schemaRefs>
</ds:datastoreItem>
</file>

<file path=customXml/itemProps3.xml><?xml version="1.0" encoding="utf-8"?>
<ds:datastoreItem xmlns:ds="http://schemas.openxmlformats.org/officeDocument/2006/customXml" ds:itemID="{A8EC7819-75D4-4419-B996-0540D1D94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86cf36-560e-43b4-8848-ea0b90d93444"/>
    <ds:schemaRef ds:uri="23485011-65c3-43a5-ab78-0ed6fc9bf1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BAAB Master Slide Deck - Fall 2026</Template>
  <TotalTime>3052</TotalTime>
  <Words>375</Words>
  <Application>Microsoft Macintosh PowerPoint</Application>
  <PresentationFormat>Widescreen</PresentationFormat>
  <Paragraphs>43</Paragraphs>
  <Slides>10</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10</vt:i4>
      </vt:variant>
    </vt:vector>
  </HeadingPairs>
  <TitlesOfParts>
    <vt:vector size="21" baseType="lpstr">
      <vt:lpstr>Aleo</vt:lpstr>
      <vt:lpstr>Aleo Light</vt:lpstr>
      <vt:lpstr>Aleo Medium</vt:lpstr>
      <vt:lpstr>Aptos</vt:lpstr>
      <vt:lpstr>Arial</vt:lpstr>
      <vt:lpstr>Impact</vt:lpstr>
      <vt:lpstr>Open Sans</vt:lpstr>
      <vt:lpstr>Roboto</vt:lpstr>
      <vt:lpstr>Roboto Medium</vt:lpstr>
      <vt:lpstr>Top Bar</vt:lpstr>
      <vt:lpstr>Dividers and Callouts</vt:lpstr>
      <vt:lpstr>Preparing Purpose-Ready Graduates for an AI-Augmented Workforce:  </vt:lpstr>
      <vt:lpstr>PowerPoint Presentation</vt:lpstr>
      <vt:lpstr>PowerPoint Presentation</vt:lpstr>
      <vt:lpstr>PowerPoint Presentation</vt:lpstr>
      <vt:lpstr>PowerPoint Presentation</vt:lpstr>
      <vt:lpstr>How Do We Break Down Institutional Silos to Prepare Purpose-Ready Graduates? </vt:lpstr>
      <vt:lpstr>Are We Preparing Students for the Workforce They're Actually Entering? </vt:lpstr>
      <vt:lpstr>Where Are the Biggest Gaps in Our Student Success Ecosystem? </vt:lpstr>
      <vt:lpstr>What One Action Could We Take in the Next 90 Days?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Ball, Anthony</dc:creator>
  <cp:lastModifiedBy>Douglas Schmidt</cp:lastModifiedBy>
  <cp:revision>129</cp:revision>
  <dcterms:created xsi:type="dcterms:W3CDTF">2026-09-29T00:03:29Z</dcterms:created>
  <dcterms:modified xsi:type="dcterms:W3CDTF">2026-10-28T18:55:54Z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0x0101006861EE0F6C5DE845910580039067E61B</vt:lpwstr>
  </property>
  <property fmtid="{D5CDD505-2E9C-101B-9397-08002B2CF9AE}" pid="3" name="MediaServiceImageTags">
    <vt:lpwstr/>
  </property>
</Properties>
</file>